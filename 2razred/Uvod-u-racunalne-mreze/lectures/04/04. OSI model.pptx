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292" r:id="rId3"/>
    <p:sldId id="270" r:id="rId4"/>
    <p:sldId id="294" r:id="rId5"/>
    <p:sldId id="305" r:id="rId6"/>
    <p:sldId id="293" r:id="rId7"/>
    <p:sldId id="306" r:id="rId8"/>
    <p:sldId id="295" r:id="rId9"/>
    <p:sldId id="307" r:id="rId10"/>
    <p:sldId id="274" r:id="rId11"/>
    <p:sldId id="296" r:id="rId12"/>
    <p:sldId id="297" r:id="rId13"/>
    <p:sldId id="298" r:id="rId14"/>
    <p:sldId id="299" r:id="rId15"/>
    <p:sldId id="300" r:id="rId16"/>
    <p:sldId id="301" r:id="rId17"/>
    <p:sldId id="321" r:id="rId18"/>
    <p:sldId id="302" r:id="rId19"/>
    <p:sldId id="303" r:id="rId20"/>
    <p:sldId id="304" r:id="rId21"/>
    <p:sldId id="308" r:id="rId22"/>
    <p:sldId id="309" r:id="rId23"/>
    <p:sldId id="310" r:id="rId24"/>
    <p:sldId id="311" r:id="rId25"/>
    <p:sldId id="312" r:id="rId26"/>
    <p:sldId id="314" r:id="rId27"/>
    <p:sldId id="315" r:id="rId28"/>
    <p:sldId id="316" r:id="rId29"/>
    <p:sldId id="317" r:id="rId30"/>
    <p:sldId id="286" r:id="rId31"/>
    <p:sldId id="287" r:id="rId32"/>
    <p:sldId id="284" r:id="rId33"/>
    <p:sldId id="291" r:id="rId34"/>
    <p:sldId id="320" r:id="rId35"/>
    <p:sldId id="322" r:id="rId36"/>
  </p:sldIdLst>
  <p:sldSz cx="9144000" cy="6858000" type="screen4x3"/>
  <p:notesSz cx="7315200" cy="96012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E5CE1-04DF-4DCC-B9DC-5F19BB8D64D3}" v="1234" dt="2021-11-03T15:40:58.332"/>
    <p1510:client id="{ECC9A95C-679E-420C-8DC5-66495885EFA7}" v="43" dt="2021-11-03T16:22:00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28" autoAdjust="0"/>
    <p:restoredTop sz="79247" autoAdjust="0"/>
  </p:normalViewPr>
  <p:slideViewPr>
    <p:cSldViewPr>
      <p:cViewPr varScale="1">
        <p:scale>
          <a:sx n="66" d="100"/>
          <a:sy n="66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ran Dumančić" userId="70f12f27-58fe-414c-89aa-9264ee582611" providerId="ADAL" clId="{983387E3-5A66-42F7-B905-4DB56CF5ED47}"/>
    <pc:docChg chg="custSel addSld modSld">
      <pc:chgData name="Zoran Dumančić" userId="70f12f27-58fe-414c-89aa-9264ee582611" providerId="ADAL" clId="{983387E3-5A66-42F7-B905-4DB56CF5ED47}" dt="2021-10-14T15:51:10.232" v="224" actId="20577"/>
      <pc:docMkLst>
        <pc:docMk/>
      </pc:docMkLst>
      <pc:sldChg chg="modSp mod modAnim">
        <pc:chgData name="Zoran Dumančić" userId="70f12f27-58fe-414c-89aa-9264ee582611" providerId="ADAL" clId="{983387E3-5A66-42F7-B905-4DB56CF5ED47}" dt="2021-10-14T15:51:10.232" v="224" actId="20577"/>
        <pc:sldMkLst>
          <pc:docMk/>
          <pc:sldMk cId="905060026" sldId="290"/>
        </pc:sldMkLst>
        <pc:spChg chg="mod">
          <ac:chgData name="Zoran Dumančić" userId="70f12f27-58fe-414c-89aa-9264ee582611" providerId="ADAL" clId="{983387E3-5A66-42F7-B905-4DB56CF5ED47}" dt="2021-10-14T15:51:10.232" v="224" actId="20577"/>
          <ac:spMkLst>
            <pc:docMk/>
            <pc:sldMk cId="905060026" sldId="290"/>
            <ac:spMk id="2" creationId="{00000000-0000-0000-0000-000000000000}"/>
          </ac:spMkLst>
        </pc:spChg>
        <pc:spChg chg="mod">
          <ac:chgData name="Zoran Dumančić" userId="70f12f27-58fe-414c-89aa-9264ee582611" providerId="ADAL" clId="{983387E3-5A66-42F7-B905-4DB56CF5ED47}" dt="2021-10-14T15:50:37.867" v="221" actId="27636"/>
          <ac:spMkLst>
            <pc:docMk/>
            <pc:sldMk cId="905060026" sldId="290"/>
            <ac:spMk id="3" creationId="{00000000-0000-0000-0000-000000000000}"/>
          </ac:spMkLst>
        </pc:spChg>
      </pc:sldChg>
      <pc:sldChg chg="modSp modAnim">
        <pc:chgData name="Zoran Dumančić" userId="70f12f27-58fe-414c-89aa-9264ee582611" providerId="ADAL" clId="{983387E3-5A66-42F7-B905-4DB56CF5ED47}" dt="2021-10-14T13:10:54.508" v="3" actId="6549"/>
        <pc:sldMkLst>
          <pc:docMk/>
          <pc:sldMk cId="4094665334" sldId="302"/>
        </pc:sldMkLst>
        <pc:spChg chg="mod">
          <ac:chgData name="Zoran Dumančić" userId="70f12f27-58fe-414c-89aa-9264ee582611" providerId="ADAL" clId="{983387E3-5A66-42F7-B905-4DB56CF5ED47}" dt="2021-10-14T13:10:54.508" v="3" actId="6549"/>
          <ac:spMkLst>
            <pc:docMk/>
            <pc:sldMk cId="4094665334" sldId="302"/>
            <ac:spMk id="3" creationId="{00000000-0000-0000-0000-000000000000}"/>
          </ac:spMkLst>
        </pc:spChg>
      </pc:sldChg>
      <pc:sldChg chg="addSp modSp mod">
        <pc:chgData name="Zoran Dumančić" userId="70f12f27-58fe-414c-89aa-9264ee582611" providerId="ADAL" clId="{983387E3-5A66-42F7-B905-4DB56CF5ED47}" dt="2021-10-14T13:14:53.752" v="18" actId="14100"/>
        <pc:sldMkLst>
          <pc:docMk/>
          <pc:sldMk cId="329104645" sldId="308"/>
        </pc:sldMkLst>
        <pc:spChg chg="mod">
          <ac:chgData name="Zoran Dumančić" userId="70f12f27-58fe-414c-89aa-9264ee582611" providerId="ADAL" clId="{983387E3-5A66-42F7-B905-4DB56CF5ED47}" dt="2021-10-14T13:13:53.083" v="7" actId="20577"/>
          <ac:spMkLst>
            <pc:docMk/>
            <pc:sldMk cId="329104645" sldId="308"/>
            <ac:spMk id="3" creationId="{00000000-0000-0000-0000-000000000000}"/>
          </ac:spMkLst>
        </pc:spChg>
        <pc:picChg chg="add mod modCrop">
          <ac:chgData name="Zoran Dumančić" userId="70f12f27-58fe-414c-89aa-9264ee582611" providerId="ADAL" clId="{983387E3-5A66-42F7-B905-4DB56CF5ED47}" dt="2021-10-14T13:14:53.752" v="18" actId="14100"/>
          <ac:picMkLst>
            <pc:docMk/>
            <pc:sldMk cId="329104645" sldId="308"/>
            <ac:picMk id="4" creationId="{752C1184-799F-41A6-9C1B-CFCE49038B4D}"/>
          </ac:picMkLst>
        </pc:picChg>
      </pc:sldChg>
      <pc:sldChg chg="addSp delSp modSp mod modAnim">
        <pc:chgData name="Zoran Dumančić" userId="70f12f27-58fe-414c-89aa-9264ee582611" providerId="ADAL" clId="{983387E3-5A66-42F7-B905-4DB56CF5ED47}" dt="2021-10-14T13:15:55.592" v="28"/>
        <pc:sldMkLst>
          <pc:docMk/>
          <pc:sldMk cId="3672512905" sldId="309"/>
        </pc:sldMkLst>
        <pc:spChg chg="mod">
          <ac:chgData name="Zoran Dumančić" userId="70f12f27-58fe-414c-89aa-9264ee582611" providerId="ADAL" clId="{983387E3-5A66-42F7-B905-4DB56CF5ED47}" dt="2021-10-14T13:15:55.592" v="28"/>
          <ac:spMkLst>
            <pc:docMk/>
            <pc:sldMk cId="3672512905" sldId="309"/>
            <ac:spMk id="3" creationId="{00000000-0000-0000-0000-000000000000}"/>
          </ac:spMkLst>
        </pc:spChg>
        <pc:picChg chg="del">
          <ac:chgData name="Zoran Dumančić" userId="70f12f27-58fe-414c-89aa-9264ee582611" providerId="ADAL" clId="{983387E3-5A66-42F7-B905-4DB56CF5ED47}" dt="2021-10-14T13:13:45.413" v="4" actId="478"/>
          <ac:picMkLst>
            <pc:docMk/>
            <pc:sldMk cId="3672512905" sldId="309"/>
            <ac:picMk id="4" creationId="{31B15735-72A7-4764-AE11-D4E292329B69}"/>
          </ac:picMkLst>
        </pc:picChg>
        <pc:picChg chg="add mod modCrop">
          <ac:chgData name="Zoran Dumančić" userId="70f12f27-58fe-414c-89aa-9264ee582611" providerId="ADAL" clId="{983387E3-5A66-42F7-B905-4DB56CF5ED47}" dt="2021-10-14T13:15:40.613" v="25" actId="14100"/>
          <ac:picMkLst>
            <pc:docMk/>
            <pc:sldMk cId="3672512905" sldId="309"/>
            <ac:picMk id="5" creationId="{274CEF83-1690-4875-A2C0-C7637732762D}"/>
          </ac:picMkLst>
        </pc:picChg>
      </pc:sldChg>
      <pc:sldChg chg="delSp modSp add mod modAnim">
        <pc:chgData name="Zoran Dumančić" userId="70f12f27-58fe-414c-89aa-9264ee582611" providerId="ADAL" clId="{983387E3-5A66-42F7-B905-4DB56CF5ED47}" dt="2021-10-14T13:18:57.785" v="202" actId="27636"/>
        <pc:sldMkLst>
          <pc:docMk/>
          <pc:sldMk cId="1230498344" sldId="310"/>
        </pc:sldMkLst>
        <pc:spChg chg="mod">
          <ac:chgData name="Zoran Dumančić" userId="70f12f27-58fe-414c-89aa-9264ee582611" providerId="ADAL" clId="{983387E3-5A66-42F7-B905-4DB56CF5ED47}" dt="2021-10-14T13:18:57.785" v="202" actId="27636"/>
          <ac:spMkLst>
            <pc:docMk/>
            <pc:sldMk cId="1230498344" sldId="310"/>
            <ac:spMk id="3" creationId="{00000000-0000-0000-0000-000000000000}"/>
          </ac:spMkLst>
        </pc:spChg>
        <pc:picChg chg="del">
          <ac:chgData name="Zoran Dumančić" userId="70f12f27-58fe-414c-89aa-9264ee582611" providerId="ADAL" clId="{983387E3-5A66-42F7-B905-4DB56CF5ED47}" dt="2021-10-14T13:17:27.537" v="62" actId="478"/>
          <ac:picMkLst>
            <pc:docMk/>
            <pc:sldMk cId="1230498344" sldId="310"/>
            <ac:picMk id="4" creationId="{752C1184-799F-41A6-9C1B-CFCE49038B4D}"/>
          </ac:picMkLst>
        </pc:picChg>
      </pc:sldChg>
      <pc:sldChg chg="addSp delSp modSp add mod">
        <pc:chgData name="Zoran Dumančić" userId="70f12f27-58fe-414c-89aa-9264ee582611" providerId="ADAL" clId="{983387E3-5A66-42F7-B905-4DB56CF5ED47}" dt="2021-10-14T15:49:56.597" v="218" actId="14100"/>
        <pc:sldMkLst>
          <pc:docMk/>
          <pc:sldMk cId="3604087840" sldId="311"/>
        </pc:sldMkLst>
        <pc:spChg chg="mod">
          <ac:chgData name="Zoran Dumančić" userId="70f12f27-58fe-414c-89aa-9264ee582611" providerId="ADAL" clId="{983387E3-5A66-42F7-B905-4DB56CF5ED47}" dt="2021-10-14T15:48:46.688" v="208" actId="20577"/>
          <ac:spMkLst>
            <pc:docMk/>
            <pc:sldMk cId="3604087840" sldId="311"/>
            <ac:spMk id="3" creationId="{00000000-0000-0000-0000-000000000000}"/>
          </ac:spMkLst>
        </pc:spChg>
        <pc:picChg chg="del">
          <ac:chgData name="Zoran Dumančić" userId="70f12f27-58fe-414c-89aa-9264ee582611" providerId="ADAL" clId="{983387E3-5A66-42F7-B905-4DB56CF5ED47}" dt="2021-10-14T15:48:33.639" v="203" actId="478"/>
          <ac:picMkLst>
            <pc:docMk/>
            <pc:sldMk cId="3604087840" sldId="311"/>
            <ac:picMk id="5" creationId="{274CEF83-1690-4875-A2C0-C7637732762D}"/>
          </ac:picMkLst>
        </pc:picChg>
        <pc:picChg chg="add mod">
          <ac:chgData name="Zoran Dumančić" userId="70f12f27-58fe-414c-89aa-9264ee582611" providerId="ADAL" clId="{983387E3-5A66-42F7-B905-4DB56CF5ED47}" dt="2021-10-14T15:49:56.597" v="218" actId="14100"/>
          <ac:picMkLst>
            <pc:docMk/>
            <pc:sldMk cId="3604087840" sldId="311"/>
            <ac:picMk id="6" creationId="{516B7A3B-B920-40D7-AC68-25444F21FDE1}"/>
          </ac:picMkLst>
        </pc:picChg>
      </pc:sldChg>
    </pc:docChg>
  </pc:docChgLst>
  <pc:docChgLst>
    <pc:chgData name="Zoran Dumančić" userId="70f12f27-58fe-414c-89aa-9264ee582611" providerId="ADAL" clId="{C427AD32-9EC8-4FC8-A1B7-B44043350BE1}"/>
    <pc:docChg chg="modSld">
      <pc:chgData name="Zoran Dumančić" userId="70f12f27-58fe-414c-89aa-9264ee582611" providerId="ADAL" clId="{C427AD32-9EC8-4FC8-A1B7-B44043350BE1}" dt="2021-10-14T09:50:27.453" v="0" actId="20577"/>
      <pc:docMkLst>
        <pc:docMk/>
      </pc:docMkLst>
      <pc:sldChg chg="modSp">
        <pc:chgData name="Zoran Dumančić" userId="70f12f27-58fe-414c-89aa-9264ee582611" providerId="ADAL" clId="{C427AD32-9EC8-4FC8-A1B7-B44043350BE1}" dt="2021-10-14T09:50:27.453" v="0" actId="20577"/>
        <pc:sldMkLst>
          <pc:docMk/>
          <pc:sldMk cId="2975931157" sldId="294"/>
        </pc:sldMkLst>
        <pc:spChg chg="mod">
          <ac:chgData name="Zoran Dumančić" userId="70f12f27-58fe-414c-89aa-9264ee582611" providerId="ADAL" clId="{C427AD32-9EC8-4FC8-A1B7-B44043350BE1}" dt="2021-10-14T09:50:27.453" v="0" actId="20577"/>
          <ac:spMkLst>
            <pc:docMk/>
            <pc:sldMk cId="2975931157" sldId="294"/>
            <ac:spMk id="3" creationId="{00000000-0000-0000-0000-000000000000}"/>
          </ac:spMkLst>
        </pc:spChg>
      </pc:sldChg>
    </pc:docChg>
  </pc:docChgLst>
  <pc:docChgLst>
    <pc:chgData name="Zoran Dumančić" userId="70f12f27-58fe-414c-89aa-9264ee582611" providerId="ADAL" clId="{ECC9A95C-679E-420C-8DC5-66495885EFA7}"/>
    <pc:docChg chg="custSel addSld delSld modSld modNotesMaster modHandout">
      <pc:chgData name="Zoran Dumančić" userId="70f12f27-58fe-414c-89aa-9264ee582611" providerId="ADAL" clId="{ECC9A95C-679E-420C-8DC5-66495885EFA7}" dt="2021-11-03T16:22:23.237" v="171" actId="108"/>
      <pc:docMkLst>
        <pc:docMk/>
      </pc:docMkLst>
      <pc:sldChg chg="modSp">
        <pc:chgData name="Zoran Dumančić" userId="70f12f27-58fe-414c-89aa-9264ee582611" providerId="ADAL" clId="{ECC9A95C-679E-420C-8DC5-66495885EFA7}" dt="2021-11-03T16:22:00.328" v="170" actId="20577"/>
        <pc:sldMkLst>
          <pc:docMk/>
          <pc:sldMk cId="3354118403" sldId="286"/>
        </pc:sldMkLst>
        <pc:spChg chg="mod">
          <ac:chgData name="Zoran Dumančić" userId="70f12f27-58fe-414c-89aa-9264ee582611" providerId="ADAL" clId="{ECC9A95C-679E-420C-8DC5-66495885EFA7}" dt="2021-11-03T16:22:00.328" v="170" actId="20577"/>
          <ac:spMkLst>
            <pc:docMk/>
            <pc:sldMk cId="3354118403" sldId="286"/>
            <ac:spMk id="3" creationId="{00000000-0000-0000-0000-000000000000}"/>
          </ac:spMkLst>
        </pc:spChg>
      </pc:sldChg>
      <pc:sldChg chg="modSp">
        <pc:chgData name="Zoran Dumančić" userId="70f12f27-58fe-414c-89aa-9264ee582611" providerId="ADAL" clId="{ECC9A95C-679E-420C-8DC5-66495885EFA7}" dt="2021-11-03T16:14:22.668" v="42" actId="207"/>
        <pc:sldMkLst>
          <pc:docMk/>
          <pc:sldMk cId="3184798737" sldId="296"/>
        </pc:sldMkLst>
        <pc:spChg chg="mod">
          <ac:chgData name="Zoran Dumančić" userId="70f12f27-58fe-414c-89aa-9264ee582611" providerId="ADAL" clId="{ECC9A95C-679E-420C-8DC5-66495885EFA7}" dt="2021-11-03T16:14:22.668" v="42" actId="207"/>
          <ac:spMkLst>
            <pc:docMk/>
            <pc:sldMk cId="3184798737" sldId="296"/>
            <ac:spMk id="3" creationId="{00000000-0000-0000-0000-000000000000}"/>
          </ac:spMkLst>
        </pc:spChg>
      </pc:sldChg>
      <pc:sldChg chg="modSp">
        <pc:chgData name="Zoran Dumančić" userId="70f12f27-58fe-414c-89aa-9264ee582611" providerId="ADAL" clId="{ECC9A95C-679E-420C-8DC5-66495885EFA7}" dt="2021-11-03T16:16:47.881" v="48" actId="20577"/>
        <pc:sldMkLst>
          <pc:docMk/>
          <pc:sldMk cId="1046018201" sldId="298"/>
        </pc:sldMkLst>
        <pc:spChg chg="mod">
          <ac:chgData name="Zoran Dumančić" userId="70f12f27-58fe-414c-89aa-9264ee582611" providerId="ADAL" clId="{ECC9A95C-679E-420C-8DC5-66495885EFA7}" dt="2021-11-03T16:16:47.881" v="48" actId="20577"/>
          <ac:spMkLst>
            <pc:docMk/>
            <pc:sldMk cId="1046018201" sldId="298"/>
            <ac:spMk id="3" creationId="{00000000-0000-0000-0000-000000000000}"/>
          </ac:spMkLst>
        </pc:spChg>
      </pc:sldChg>
      <pc:sldChg chg="modSp">
        <pc:chgData name="Zoran Dumančić" userId="70f12f27-58fe-414c-89aa-9264ee582611" providerId="ADAL" clId="{ECC9A95C-679E-420C-8DC5-66495885EFA7}" dt="2021-11-03T16:16:09.945" v="46" actId="207"/>
        <pc:sldMkLst>
          <pc:docMk/>
          <pc:sldMk cId="2548222802" sldId="303"/>
        </pc:sldMkLst>
        <pc:spChg chg="mod">
          <ac:chgData name="Zoran Dumančić" userId="70f12f27-58fe-414c-89aa-9264ee582611" providerId="ADAL" clId="{ECC9A95C-679E-420C-8DC5-66495885EFA7}" dt="2021-11-03T16:16:09.945" v="46" actId="207"/>
          <ac:spMkLst>
            <pc:docMk/>
            <pc:sldMk cId="2548222802" sldId="303"/>
            <ac:spMk id="3" creationId="{00000000-0000-0000-0000-000000000000}"/>
          </ac:spMkLst>
        </pc:spChg>
      </pc:sldChg>
      <pc:sldChg chg="modSp">
        <pc:chgData name="Zoran Dumančić" userId="70f12f27-58fe-414c-89aa-9264ee582611" providerId="ADAL" clId="{ECC9A95C-679E-420C-8DC5-66495885EFA7}" dt="2021-11-03T16:16:23.073" v="47" actId="20577"/>
        <pc:sldMkLst>
          <pc:docMk/>
          <pc:sldMk cId="329104645" sldId="308"/>
        </pc:sldMkLst>
        <pc:spChg chg="mod">
          <ac:chgData name="Zoran Dumančić" userId="70f12f27-58fe-414c-89aa-9264ee582611" providerId="ADAL" clId="{ECC9A95C-679E-420C-8DC5-66495885EFA7}" dt="2021-11-03T16:16:23.073" v="47" actId="20577"/>
          <ac:spMkLst>
            <pc:docMk/>
            <pc:sldMk cId="329104645" sldId="308"/>
            <ac:spMk id="3" creationId="{00000000-0000-0000-0000-000000000000}"/>
          </ac:spMkLst>
        </pc:spChg>
      </pc:sldChg>
      <pc:sldChg chg="modSp">
        <pc:chgData name="Zoran Dumančić" userId="70f12f27-58fe-414c-89aa-9264ee582611" providerId="ADAL" clId="{ECC9A95C-679E-420C-8DC5-66495885EFA7}" dt="2021-11-03T16:15:44.125" v="45" actId="207"/>
        <pc:sldMkLst>
          <pc:docMk/>
          <pc:sldMk cId="2624022926" sldId="312"/>
        </pc:sldMkLst>
        <pc:spChg chg="mod">
          <ac:chgData name="Zoran Dumančić" userId="70f12f27-58fe-414c-89aa-9264ee582611" providerId="ADAL" clId="{ECC9A95C-679E-420C-8DC5-66495885EFA7}" dt="2021-11-03T16:15:44.125" v="45" actId="207"/>
          <ac:spMkLst>
            <pc:docMk/>
            <pc:sldMk cId="2624022926" sldId="312"/>
            <ac:spMk id="3" creationId="{00000000-0000-0000-0000-000000000000}"/>
          </ac:spMkLst>
        </pc:spChg>
      </pc:sldChg>
      <pc:sldChg chg="modSp">
        <pc:chgData name="Zoran Dumančić" userId="70f12f27-58fe-414c-89aa-9264ee582611" providerId="ADAL" clId="{ECC9A95C-679E-420C-8DC5-66495885EFA7}" dt="2021-11-03T16:17:15.602" v="49" actId="207"/>
        <pc:sldMkLst>
          <pc:docMk/>
          <pc:sldMk cId="3893781267" sldId="314"/>
        </pc:sldMkLst>
        <pc:spChg chg="mod">
          <ac:chgData name="Zoran Dumančić" userId="70f12f27-58fe-414c-89aa-9264ee582611" providerId="ADAL" clId="{ECC9A95C-679E-420C-8DC5-66495885EFA7}" dt="2021-11-03T16:17:15.602" v="49" actId="207"/>
          <ac:spMkLst>
            <pc:docMk/>
            <pc:sldMk cId="3893781267" sldId="314"/>
            <ac:spMk id="3" creationId="{00000000-0000-0000-0000-000000000000}"/>
          </ac:spMkLst>
        </pc:spChg>
      </pc:sldChg>
      <pc:sldChg chg="addSp modSp mod">
        <pc:chgData name="Zoran Dumančić" userId="70f12f27-58fe-414c-89aa-9264ee582611" providerId="ADAL" clId="{ECC9A95C-679E-420C-8DC5-66495885EFA7}" dt="2021-11-03T16:18:34.948" v="89" actId="1076"/>
        <pc:sldMkLst>
          <pc:docMk/>
          <pc:sldMk cId="511621531" sldId="315"/>
        </pc:sldMkLst>
        <pc:spChg chg="mod">
          <ac:chgData name="Zoran Dumančić" userId="70f12f27-58fe-414c-89aa-9264ee582611" providerId="ADAL" clId="{ECC9A95C-679E-420C-8DC5-66495885EFA7}" dt="2021-11-03T16:18:19.733" v="87" actId="14100"/>
          <ac:spMkLst>
            <pc:docMk/>
            <pc:sldMk cId="511621531" sldId="315"/>
            <ac:spMk id="3" creationId="{00000000-0000-0000-0000-000000000000}"/>
          </ac:spMkLst>
        </pc:spChg>
        <pc:spChg chg="add mod">
          <ac:chgData name="Zoran Dumančić" userId="70f12f27-58fe-414c-89aa-9264ee582611" providerId="ADAL" clId="{ECC9A95C-679E-420C-8DC5-66495885EFA7}" dt="2021-11-03T16:18:34.948" v="89" actId="1076"/>
          <ac:spMkLst>
            <pc:docMk/>
            <pc:sldMk cId="511621531" sldId="315"/>
            <ac:spMk id="4" creationId="{632080FB-8919-4F95-A0AB-D489F87D8744}"/>
          </ac:spMkLst>
        </pc:spChg>
      </pc:sldChg>
      <pc:sldChg chg="modSp">
        <pc:chgData name="Zoran Dumančić" userId="70f12f27-58fe-414c-89aa-9264ee582611" providerId="ADAL" clId="{ECC9A95C-679E-420C-8DC5-66495885EFA7}" dt="2021-11-03T16:19:27.516" v="93" actId="207"/>
        <pc:sldMkLst>
          <pc:docMk/>
          <pc:sldMk cId="2644834021" sldId="316"/>
        </pc:sldMkLst>
        <pc:spChg chg="mod">
          <ac:chgData name="Zoran Dumančić" userId="70f12f27-58fe-414c-89aa-9264ee582611" providerId="ADAL" clId="{ECC9A95C-679E-420C-8DC5-66495885EFA7}" dt="2021-11-03T16:19:27.516" v="93" actId="207"/>
          <ac:spMkLst>
            <pc:docMk/>
            <pc:sldMk cId="2644834021" sldId="316"/>
            <ac:spMk id="3" creationId="{00000000-0000-0000-0000-000000000000}"/>
          </ac:spMkLst>
        </pc:spChg>
      </pc:sldChg>
      <pc:sldChg chg="addSp delSp modSp mod">
        <pc:chgData name="Zoran Dumančić" userId="70f12f27-58fe-414c-89aa-9264ee582611" providerId="ADAL" clId="{ECC9A95C-679E-420C-8DC5-66495885EFA7}" dt="2021-11-03T16:21:25.964" v="158" actId="14100"/>
        <pc:sldMkLst>
          <pc:docMk/>
          <pc:sldMk cId="1460742647" sldId="317"/>
        </pc:sldMkLst>
        <pc:picChg chg="del mod modCrop">
          <ac:chgData name="Zoran Dumančić" userId="70f12f27-58fe-414c-89aa-9264ee582611" providerId="ADAL" clId="{ECC9A95C-679E-420C-8DC5-66495885EFA7}" dt="2021-11-03T16:21:05.500" v="154" actId="478"/>
          <ac:picMkLst>
            <pc:docMk/>
            <pc:sldMk cId="1460742647" sldId="317"/>
            <ac:picMk id="5" creationId="{963D9F44-57C5-4AD4-9D1B-490CA0281C9D}"/>
          </ac:picMkLst>
        </pc:picChg>
        <pc:picChg chg="add mod modCrop">
          <ac:chgData name="Zoran Dumančić" userId="70f12f27-58fe-414c-89aa-9264ee582611" providerId="ADAL" clId="{ECC9A95C-679E-420C-8DC5-66495885EFA7}" dt="2021-11-03T16:21:25.964" v="158" actId="14100"/>
          <ac:picMkLst>
            <pc:docMk/>
            <pc:sldMk cId="1460742647" sldId="317"/>
            <ac:picMk id="6" creationId="{5C43B445-98DD-49E0-BEF8-657EB03C0705}"/>
          </ac:picMkLst>
        </pc:picChg>
      </pc:sldChg>
      <pc:sldChg chg="delSp modSp add del mod delAnim">
        <pc:chgData name="Zoran Dumančić" userId="70f12f27-58fe-414c-89aa-9264ee582611" providerId="ADAL" clId="{ECC9A95C-679E-420C-8DC5-66495885EFA7}" dt="2021-11-03T15:56:29.086" v="29" actId="47"/>
        <pc:sldMkLst>
          <pc:docMk/>
          <pc:sldMk cId="990825694" sldId="318"/>
        </pc:sldMkLst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2" creationId="{00000000-0000-0000-0000-000000000000}"/>
          </ac:spMkLst>
        </pc:spChg>
        <pc:spChg chg="mod">
          <ac:chgData name="Zoran Dumančić" userId="70f12f27-58fe-414c-89aa-9264ee582611" providerId="ADAL" clId="{ECC9A95C-679E-420C-8DC5-66495885EFA7}" dt="2021-11-03T15:55:37.590" v="22" actId="6549"/>
          <ac:spMkLst>
            <pc:docMk/>
            <pc:sldMk cId="990825694" sldId="318"/>
            <ac:spMk id="3" creationId="{00000000-0000-0000-0000-000000000000}"/>
          </ac:spMkLst>
        </pc:spChg>
        <pc:spChg chg="mod">
          <ac:chgData name="Zoran Dumančić" userId="70f12f27-58fe-414c-89aa-9264ee582611" providerId="ADAL" clId="{ECC9A95C-679E-420C-8DC5-66495885EFA7}" dt="2021-11-03T15:55:33.778" v="21" actId="20577"/>
          <ac:spMkLst>
            <pc:docMk/>
            <pc:sldMk cId="990825694" sldId="318"/>
            <ac:spMk id="4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6.224" v="24" actId="478"/>
          <ac:spMkLst>
            <pc:docMk/>
            <pc:sldMk cId="990825694" sldId="318"/>
            <ac:spMk id="5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2.954" v="23" actId="478"/>
          <ac:spMkLst>
            <pc:docMk/>
            <pc:sldMk cId="990825694" sldId="318"/>
            <ac:spMk id="6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2.954" v="23" actId="478"/>
          <ac:spMkLst>
            <pc:docMk/>
            <pc:sldMk cId="990825694" sldId="318"/>
            <ac:spMk id="7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2.954" v="23" actId="478"/>
          <ac:spMkLst>
            <pc:docMk/>
            <pc:sldMk cId="990825694" sldId="318"/>
            <ac:spMk id="8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2.954" v="23" actId="478"/>
          <ac:spMkLst>
            <pc:docMk/>
            <pc:sldMk cId="990825694" sldId="318"/>
            <ac:spMk id="9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2.954" v="23" actId="478"/>
          <ac:spMkLst>
            <pc:docMk/>
            <pc:sldMk cId="990825694" sldId="318"/>
            <ac:spMk id="10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42.954" v="23" actId="478"/>
          <ac:spMkLst>
            <pc:docMk/>
            <pc:sldMk cId="990825694" sldId="318"/>
            <ac:spMk id="11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12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13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14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15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16" creationId="{00000000-0000-0000-0000-000000000000}"/>
          </ac:spMkLst>
        </pc:spChg>
        <pc:spChg chg="del">
          <ac:chgData name="Zoran Dumančić" userId="70f12f27-58fe-414c-89aa-9264ee582611" providerId="ADAL" clId="{ECC9A95C-679E-420C-8DC5-66495885EFA7}" dt="2021-11-03T15:55:52.121" v="25" actId="478"/>
          <ac:spMkLst>
            <pc:docMk/>
            <pc:sldMk cId="990825694" sldId="318"/>
            <ac:spMk id="17" creationId="{00000000-0000-0000-0000-000000000000}"/>
          </ac:spMkLst>
        </pc:spChg>
      </pc:sldChg>
      <pc:sldChg chg="modSp add del mod">
        <pc:chgData name="Zoran Dumančić" userId="70f12f27-58fe-414c-89aa-9264ee582611" providerId="ADAL" clId="{ECC9A95C-679E-420C-8DC5-66495885EFA7}" dt="2021-11-03T16:00:19.084" v="31" actId="47"/>
        <pc:sldMkLst>
          <pc:docMk/>
          <pc:sldMk cId="2363108576" sldId="319"/>
        </pc:sldMkLst>
        <pc:spChg chg="mod">
          <ac:chgData name="Zoran Dumančić" userId="70f12f27-58fe-414c-89aa-9264ee582611" providerId="ADAL" clId="{ECC9A95C-679E-420C-8DC5-66495885EFA7}" dt="2021-11-03T15:56:26.103" v="28" actId="20577"/>
          <ac:spMkLst>
            <pc:docMk/>
            <pc:sldMk cId="2363108576" sldId="319"/>
            <ac:spMk id="2" creationId="{00000000-0000-0000-0000-000000000000}"/>
          </ac:spMkLst>
        </pc:spChg>
      </pc:sldChg>
      <pc:sldChg chg="modSp add mod">
        <pc:chgData name="Zoran Dumančić" userId="70f12f27-58fe-414c-89aa-9264ee582611" providerId="ADAL" clId="{ECC9A95C-679E-420C-8DC5-66495885EFA7}" dt="2021-11-03T16:22:23.237" v="171" actId="108"/>
        <pc:sldMkLst>
          <pc:docMk/>
          <pc:sldMk cId="148093455" sldId="320"/>
        </pc:sldMkLst>
        <pc:spChg chg="mod">
          <ac:chgData name="Zoran Dumančić" userId="70f12f27-58fe-414c-89aa-9264ee582611" providerId="ADAL" clId="{ECC9A95C-679E-420C-8DC5-66495885EFA7}" dt="2021-11-03T16:22:23.237" v="171" actId="108"/>
          <ac:spMkLst>
            <pc:docMk/>
            <pc:sldMk cId="148093455" sldId="320"/>
            <ac:spMk id="2" creationId="{00000000-0000-0000-0000-000000000000}"/>
          </ac:spMkLst>
        </pc:spChg>
      </pc:sldChg>
    </pc:docChg>
  </pc:docChgLst>
  <pc:docChgLst>
    <pc:chgData name="Zoran Dumančić" userId="70f12f27-58fe-414c-89aa-9264ee582611" providerId="ADAL" clId="{1B3C88C9-A386-481E-942D-90CC429BF4F5}"/>
    <pc:docChg chg="undo custSel addSld modSld sldOrd modMainMaster">
      <pc:chgData name="Zoran Dumančić" userId="70f12f27-58fe-414c-89aa-9264ee582611" providerId="ADAL" clId="{1B3C88C9-A386-481E-942D-90CC429BF4F5}" dt="2021-10-14T09:26:30.655" v="2456" actId="20577"/>
      <pc:docMkLst>
        <pc:docMk/>
      </pc:docMkLst>
      <pc:sldChg chg="modSp mod ord modAnim">
        <pc:chgData name="Zoran Dumančić" userId="70f12f27-58fe-414c-89aa-9264ee582611" providerId="ADAL" clId="{1B3C88C9-A386-481E-942D-90CC429BF4F5}" dt="2021-10-14T09:22:33.807" v="2375" actId="179"/>
        <pc:sldMkLst>
          <pc:docMk/>
          <pc:sldMk cId="3000300507" sldId="274"/>
        </pc:sldMkLst>
        <pc:spChg chg="mod">
          <ac:chgData name="Zoran Dumančić" userId="70f12f27-58fe-414c-89aa-9264ee582611" providerId="ADAL" clId="{1B3C88C9-A386-481E-942D-90CC429BF4F5}" dt="2021-10-14T08:54:06.644" v="1518" actId="20577"/>
          <ac:spMkLst>
            <pc:docMk/>
            <pc:sldMk cId="3000300507" sldId="274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9:22:33.807" v="2375" actId="179"/>
          <ac:spMkLst>
            <pc:docMk/>
            <pc:sldMk cId="3000300507" sldId="274"/>
            <ac:spMk id="3" creationId="{00000000-0000-0000-0000-000000000000}"/>
          </ac:spMkLst>
        </pc:spChg>
      </pc:sldChg>
      <pc:sldChg chg="modSp mod modAnim">
        <pc:chgData name="Zoran Dumančić" userId="70f12f27-58fe-414c-89aa-9264ee582611" providerId="ADAL" clId="{1B3C88C9-A386-481E-942D-90CC429BF4F5}" dt="2021-10-14T07:47:25.642" v="169" actId="20577"/>
        <pc:sldMkLst>
          <pc:docMk/>
          <pc:sldMk cId="2552953979" sldId="288"/>
        </pc:sldMkLst>
        <pc:spChg chg="mod">
          <ac:chgData name="Zoran Dumančić" userId="70f12f27-58fe-414c-89aa-9264ee582611" providerId="ADAL" clId="{1B3C88C9-A386-481E-942D-90CC429BF4F5}" dt="2021-10-14T07:47:25.642" v="169" actId="20577"/>
          <ac:spMkLst>
            <pc:docMk/>
            <pc:sldMk cId="2552953979" sldId="288"/>
            <ac:spMk id="3" creationId="{00000000-0000-0000-0000-000000000000}"/>
          </ac:spMkLst>
        </pc:spChg>
      </pc:sldChg>
      <pc:sldChg chg="ord">
        <pc:chgData name="Zoran Dumančić" userId="70f12f27-58fe-414c-89aa-9264ee582611" providerId="ADAL" clId="{1B3C88C9-A386-481E-942D-90CC429BF4F5}" dt="2021-10-14T08:53:33.846" v="1502"/>
        <pc:sldMkLst>
          <pc:docMk/>
          <pc:sldMk cId="905060026" sldId="290"/>
        </pc:sldMkLst>
      </pc:sldChg>
      <pc:sldChg chg="modSp add mod ord modAnim">
        <pc:chgData name="Zoran Dumančić" userId="70f12f27-58fe-414c-89aa-9264ee582611" providerId="ADAL" clId="{1B3C88C9-A386-481E-942D-90CC429BF4F5}" dt="2021-10-14T08:53:49.624" v="1511" actId="27636"/>
        <pc:sldMkLst>
          <pc:docMk/>
          <pc:sldMk cId="2666619567" sldId="293"/>
        </pc:sldMkLst>
        <pc:spChg chg="mod">
          <ac:chgData name="Zoran Dumančić" userId="70f12f27-58fe-414c-89aa-9264ee582611" providerId="ADAL" clId="{1B3C88C9-A386-481E-942D-90CC429BF4F5}" dt="2021-10-14T08:53:49.624" v="1511" actId="27636"/>
          <ac:spMkLst>
            <pc:docMk/>
            <pc:sldMk cId="2666619567" sldId="293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31:32.097" v="1105" actId="27636"/>
          <ac:spMkLst>
            <pc:docMk/>
            <pc:sldMk cId="2666619567" sldId="293"/>
            <ac:spMk id="3" creationId="{00000000-0000-0000-0000-000000000000}"/>
          </ac:spMkLst>
        </pc:spChg>
      </pc:sldChg>
      <pc:sldChg chg="modSp add mod ord modAnim">
        <pc:chgData name="Zoran Dumančić" userId="70f12f27-58fe-414c-89aa-9264ee582611" providerId="ADAL" clId="{1B3C88C9-A386-481E-942D-90CC429BF4F5}" dt="2021-10-14T08:53:54.251" v="1512" actId="14100"/>
        <pc:sldMkLst>
          <pc:docMk/>
          <pc:sldMk cId="2975931157" sldId="294"/>
        </pc:sldMkLst>
        <pc:spChg chg="mod">
          <ac:chgData name="Zoran Dumančić" userId="70f12f27-58fe-414c-89aa-9264ee582611" providerId="ADAL" clId="{1B3C88C9-A386-481E-942D-90CC429BF4F5}" dt="2021-10-14T08:53:54.251" v="1512" actId="14100"/>
          <ac:spMkLst>
            <pc:docMk/>
            <pc:sldMk cId="2975931157" sldId="294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30:59.224" v="1093" actId="27636"/>
          <ac:spMkLst>
            <pc:docMk/>
            <pc:sldMk cId="2975931157" sldId="294"/>
            <ac:spMk id="3" creationId="{00000000-0000-0000-0000-000000000000}"/>
          </ac:spMkLst>
        </pc:spChg>
      </pc:sldChg>
      <pc:sldChg chg="modSp add mod ord modAnim">
        <pc:chgData name="Zoran Dumančić" userId="70f12f27-58fe-414c-89aa-9264ee582611" providerId="ADAL" clId="{1B3C88C9-A386-481E-942D-90CC429BF4F5}" dt="2021-10-14T08:54:00.021" v="1515" actId="20577"/>
        <pc:sldMkLst>
          <pc:docMk/>
          <pc:sldMk cId="1619956690" sldId="295"/>
        </pc:sldMkLst>
        <pc:spChg chg="mod">
          <ac:chgData name="Zoran Dumančić" userId="70f12f27-58fe-414c-89aa-9264ee582611" providerId="ADAL" clId="{1B3C88C9-A386-481E-942D-90CC429BF4F5}" dt="2021-10-14T08:54:00.021" v="1515" actId="20577"/>
          <ac:spMkLst>
            <pc:docMk/>
            <pc:sldMk cId="1619956690" sldId="295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32:12.237" v="1111" actId="6549"/>
          <ac:spMkLst>
            <pc:docMk/>
            <pc:sldMk cId="1619956690" sldId="295"/>
            <ac:spMk id="3" creationId="{00000000-0000-0000-0000-000000000000}"/>
          </ac:spMkLst>
        </pc:spChg>
      </pc:sldChg>
      <pc:sldChg chg="addSp modSp add mod modAnim">
        <pc:chgData name="Zoran Dumančić" userId="70f12f27-58fe-414c-89aa-9264ee582611" providerId="ADAL" clId="{1B3C88C9-A386-481E-942D-90CC429BF4F5}" dt="2021-10-14T08:58:46.580" v="1577" actId="6549"/>
        <pc:sldMkLst>
          <pc:docMk/>
          <pc:sldMk cId="3184798737" sldId="296"/>
        </pc:sldMkLst>
        <pc:spChg chg="mod">
          <ac:chgData name="Zoran Dumančić" userId="70f12f27-58fe-414c-89aa-9264ee582611" providerId="ADAL" clId="{1B3C88C9-A386-481E-942D-90CC429BF4F5}" dt="2021-10-14T08:54:11.940" v="1521" actId="20577"/>
          <ac:spMkLst>
            <pc:docMk/>
            <pc:sldMk cId="3184798737" sldId="296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58:46.580" v="1577" actId="6549"/>
          <ac:spMkLst>
            <pc:docMk/>
            <pc:sldMk cId="3184798737" sldId="296"/>
            <ac:spMk id="3" creationId="{00000000-0000-0000-0000-000000000000}"/>
          </ac:spMkLst>
        </pc:spChg>
        <pc:picChg chg="add mod modCrop">
          <ac:chgData name="Zoran Dumančić" userId="70f12f27-58fe-414c-89aa-9264ee582611" providerId="ADAL" clId="{1B3C88C9-A386-481E-942D-90CC429BF4F5}" dt="2021-10-14T08:36:48.719" v="1185" actId="1076"/>
          <ac:picMkLst>
            <pc:docMk/>
            <pc:sldMk cId="3184798737" sldId="296"/>
            <ac:picMk id="4" creationId="{A3386703-EE8C-4D72-B216-96D29AE0D2E0}"/>
          </ac:picMkLst>
        </pc:picChg>
        <pc:picChg chg="add mod">
          <ac:chgData name="Zoran Dumančić" userId="70f12f27-58fe-414c-89aa-9264ee582611" providerId="ADAL" clId="{1B3C88C9-A386-481E-942D-90CC429BF4F5}" dt="2021-10-14T08:39:01.334" v="1199" actId="1076"/>
          <ac:picMkLst>
            <pc:docMk/>
            <pc:sldMk cId="3184798737" sldId="296"/>
            <ac:picMk id="5" creationId="{66F0018E-DED6-49E0-B11B-5D760314F22C}"/>
          </ac:picMkLst>
        </pc:picChg>
      </pc:sldChg>
      <pc:sldChg chg="addSp delSp modSp add mod modAnim">
        <pc:chgData name="Zoran Dumančić" userId="70f12f27-58fe-414c-89aa-9264ee582611" providerId="ADAL" clId="{1B3C88C9-A386-481E-942D-90CC429BF4F5}" dt="2021-10-14T08:58:51.540" v="1581" actId="6549"/>
        <pc:sldMkLst>
          <pc:docMk/>
          <pc:sldMk cId="2966251502" sldId="297"/>
        </pc:sldMkLst>
        <pc:spChg chg="mod">
          <ac:chgData name="Zoran Dumančić" userId="70f12f27-58fe-414c-89aa-9264ee582611" providerId="ADAL" clId="{1B3C88C9-A386-481E-942D-90CC429BF4F5}" dt="2021-10-14T08:54:16.260" v="1524" actId="20577"/>
          <ac:spMkLst>
            <pc:docMk/>
            <pc:sldMk cId="2966251502" sldId="297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58:51.540" v="1581" actId="6549"/>
          <ac:spMkLst>
            <pc:docMk/>
            <pc:sldMk cId="2966251502" sldId="297"/>
            <ac:spMk id="3" creationId="{00000000-0000-0000-0000-000000000000}"/>
          </ac:spMkLst>
        </pc:spChg>
        <pc:picChg chg="del">
          <ac:chgData name="Zoran Dumančić" userId="70f12f27-58fe-414c-89aa-9264ee582611" providerId="ADAL" clId="{1B3C88C9-A386-481E-942D-90CC429BF4F5}" dt="2021-10-14T08:39:48.893" v="1205" actId="478"/>
          <ac:picMkLst>
            <pc:docMk/>
            <pc:sldMk cId="2966251502" sldId="297"/>
            <ac:picMk id="4" creationId="{A3386703-EE8C-4D72-B216-96D29AE0D2E0}"/>
          </ac:picMkLst>
        </pc:picChg>
        <pc:picChg chg="del">
          <ac:chgData name="Zoran Dumančić" userId="70f12f27-58fe-414c-89aa-9264ee582611" providerId="ADAL" clId="{1B3C88C9-A386-481E-942D-90CC429BF4F5}" dt="2021-10-14T08:39:48.893" v="1205" actId="478"/>
          <ac:picMkLst>
            <pc:docMk/>
            <pc:sldMk cId="2966251502" sldId="297"/>
            <ac:picMk id="5" creationId="{66F0018E-DED6-49E0-B11B-5D760314F22C}"/>
          </ac:picMkLst>
        </pc:picChg>
        <pc:picChg chg="add mod">
          <ac:chgData name="Zoran Dumančić" userId="70f12f27-58fe-414c-89aa-9264ee582611" providerId="ADAL" clId="{1B3C88C9-A386-481E-942D-90CC429BF4F5}" dt="2021-10-14T08:40:23.312" v="1214" actId="1076"/>
          <ac:picMkLst>
            <pc:docMk/>
            <pc:sldMk cId="2966251502" sldId="297"/>
            <ac:picMk id="6" creationId="{F289A13A-04FE-4950-9637-4A00E2F4F917}"/>
          </ac:picMkLst>
        </pc:picChg>
      </pc:sldChg>
      <pc:sldChg chg="addSp delSp modSp add mod">
        <pc:chgData name="Zoran Dumančić" userId="70f12f27-58fe-414c-89aa-9264ee582611" providerId="ADAL" clId="{1B3C88C9-A386-481E-942D-90CC429BF4F5}" dt="2021-10-14T08:58:56.135" v="1585" actId="6549"/>
        <pc:sldMkLst>
          <pc:docMk/>
          <pc:sldMk cId="1046018201" sldId="298"/>
        </pc:sldMkLst>
        <pc:spChg chg="mod">
          <ac:chgData name="Zoran Dumančić" userId="70f12f27-58fe-414c-89aa-9264ee582611" providerId="ADAL" clId="{1B3C88C9-A386-481E-942D-90CC429BF4F5}" dt="2021-10-14T08:54:21.537" v="1527" actId="20577"/>
          <ac:spMkLst>
            <pc:docMk/>
            <pc:sldMk cId="1046018201" sldId="298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58:56.135" v="1585" actId="6549"/>
          <ac:spMkLst>
            <pc:docMk/>
            <pc:sldMk cId="1046018201" sldId="298"/>
            <ac:spMk id="3" creationId="{00000000-0000-0000-0000-000000000000}"/>
          </ac:spMkLst>
        </pc:spChg>
        <pc:picChg chg="add mod">
          <ac:chgData name="Zoran Dumančić" userId="70f12f27-58fe-414c-89aa-9264ee582611" providerId="ADAL" clId="{1B3C88C9-A386-481E-942D-90CC429BF4F5}" dt="2021-10-14T08:44:37.486" v="1350" actId="1036"/>
          <ac:picMkLst>
            <pc:docMk/>
            <pc:sldMk cId="1046018201" sldId="298"/>
            <ac:picMk id="5" creationId="{D643F539-603D-44F4-9AB3-1ACF00738AE5}"/>
          </ac:picMkLst>
        </pc:picChg>
        <pc:picChg chg="del">
          <ac:chgData name="Zoran Dumančić" userId="70f12f27-58fe-414c-89aa-9264ee582611" providerId="ADAL" clId="{1B3C88C9-A386-481E-942D-90CC429BF4F5}" dt="2021-10-14T08:40:51.903" v="1217" actId="478"/>
          <ac:picMkLst>
            <pc:docMk/>
            <pc:sldMk cId="1046018201" sldId="298"/>
            <ac:picMk id="6" creationId="{F289A13A-04FE-4950-9637-4A00E2F4F917}"/>
          </ac:picMkLst>
        </pc:picChg>
        <pc:picChg chg="add mod">
          <ac:chgData name="Zoran Dumančić" userId="70f12f27-58fe-414c-89aa-9264ee582611" providerId="ADAL" clId="{1B3C88C9-A386-481E-942D-90CC429BF4F5}" dt="2021-10-14T08:44:47.268" v="1352" actId="1076"/>
          <ac:picMkLst>
            <pc:docMk/>
            <pc:sldMk cId="1046018201" sldId="298"/>
            <ac:picMk id="7" creationId="{19CD1D9C-B2FC-42BB-9935-F212497389D6}"/>
          </ac:picMkLst>
        </pc:picChg>
      </pc:sldChg>
      <pc:sldChg chg="addSp delSp modSp add mod">
        <pc:chgData name="Zoran Dumančić" userId="70f12f27-58fe-414c-89aa-9264ee582611" providerId="ADAL" clId="{1B3C88C9-A386-481E-942D-90CC429BF4F5}" dt="2021-10-14T08:59:35.562" v="1602" actId="14100"/>
        <pc:sldMkLst>
          <pc:docMk/>
          <pc:sldMk cId="2233094985" sldId="299"/>
        </pc:sldMkLst>
        <pc:spChg chg="mod">
          <ac:chgData name="Zoran Dumančić" userId="70f12f27-58fe-414c-89aa-9264ee582611" providerId="ADAL" clId="{1B3C88C9-A386-481E-942D-90CC429BF4F5}" dt="2021-10-14T08:54:25.683" v="1530" actId="20577"/>
          <ac:spMkLst>
            <pc:docMk/>
            <pc:sldMk cId="2233094985" sldId="299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8:59:26.438" v="1600" actId="6549"/>
          <ac:spMkLst>
            <pc:docMk/>
            <pc:sldMk cId="2233094985" sldId="299"/>
            <ac:spMk id="3" creationId="{00000000-0000-0000-0000-000000000000}"/>
          </ac:spMkLst>
        </pc:spChg>
        <pc:picChg chg="del">
          <ac:chgData name="Zoran Dumančić" userId="70f12f27-58fe-414c-89aa-9264ee582611" providerId="ADAL" clId="{1B3C88C9-A386-481E-942D-90CC429BF4F5}" dt="2021-10-14T08:45:57.879" v="1356" actId="478"/>
          <ac:picMkLst>
            <pc:docMk/>
            <pc:sldMk cId="2233094985" sldId="299"/>
            <ac:picMk id="5" creationId="{D643F539-603D-44F4-9AB3-1ACF00738AE5}"/>
          </ac:picMkLst>
        </pc:picChg>
        <pc:picChg chg="add mod modCrop">
          <ac:chgData name="Zoran Dumančić" userId="70f12f27-58fe-414c-89aa-9264ee582611" providerId="ADAL" clId="{1B3C88C9-A386-481E-942D-90CC429BF4F5}" dt="2021-10-14T08:59:35.562" v="1602" actId="14100"/>
          <ac:picMkLst>
            <pc:docMk/>
            <pc:sldMk cId="2233094985" sldId="299"/>
            <ac:picMk id="6" creationId="{C076C534-7F24-4B47-85DA-9E353429D3E4}"/>
          </ac:picMkLst>
        </pc:picChg>
        <pc:picChg chg="del">
          <ac:chgData name="Zoran Dumančić" userId="70f12f27-58fe-414c-89aa-9264ee582611" providerId="ADAL" clId="{1B3C88C9-A386-481E-942D-90CC429BF4F5}" dt="2021-10-14T08:45:58.647" v="1357" actId="478"/>
          <ac:picMkLst>
            <pc:docMk/>
            <pc:sldMk cId="2233094985" sldId="299"/>
            <ac:picMk id="7" creationId="{19CD1D9C-B2FC-42BB-9935-F212497389D6}"/>
          </ac:picMkLst>
        </pc:picChg>
      </pc:sldChg>
      <pc:sldChg chg="addSp delSp modSp add mod modAnim">
        <pc:chgData name="Zoran Dumančić" userId="70f12f27-58fe-414c-89aa-9264ee582611" providerId="ADAL" clId="{1B3C88C9-A386-481E-942D-90CC429BF4F5}" dt="2021-10-14T08:59:50.292" v="1607" actId="20577"/>
        <pc:sldMkLst>
          <pc:docMk/>
          <pc:sldMk cId="4219272899" sldId="300"/>
        </pc:sldMkLst>
        <pc:spChg chg="mod">
          <ac:chgData name="Zoran Dumančić" userId="70f12f27-58fe-414c-89aa-9264ee582611" providerId="ADAL" clId="{1B3C88C9-A386-481E-942D-90CC429BF4F5}" dt="2021-10-14T08:59:50.292" v="1607" actId="20577"/>
          <ac:spMkLst>
            <pc:docMk/>
            <pc:sldMk cId="4219272899" sldId="300"/>
            <ac:spMk id="3" creationId="{00000000-0000-0000-0000-000000000000}"/>
          </ac:spMkLst>
        </pc:spChg>
        <pc:picChg chg="add mod">
          <ac:chgData name="Zoran Dumančić" userId="70f12f27-58fe-414c-89aa-9264ee582611" providerId="ADAL" clId="{1B3C88C9-A386-481E-942D-90CC429BF4F5}" dt="2021-10-14T08:59:42.830" v="1603" actId="1076"/>
          <ac:picMkLst>
            <pc:docMk/>
            <pc:sldMk cId="4219272899" sldId="300"/>
            <ac:picMk id="5" creationId="{64F1C21D-6EB7-4FD4-A559-FB3EE1A8B759}"/>
          </ac:picMkLst>
        </pc:picChg>
        <pc:picChg chg="del">
          <ac:chgData name="Zoran Dumančić" userId="70f12f27-58fe-414c-89aa-9264ee582611" providerId="ADAL" clId="{1B3C88C9-A386-481E-942D-90CC429BF4F5}" dt="2021-10-14T08:55:09.696" v="1535" actId="478"/>
          <ac:picMkLst>
            <pc:docMk/>
            <pc:sldMk cId="4219272899" sldId="300"/>
            <ac:picMk id="6" creationId="{C076C534-7F24-4B47-85DA-9E353429D3E4}"/>
          </ac:picMkLst>
        </pc:picChg>
      </pc:sldChg>
      <pc:sldChg chg="delSp modSp add mod modAnim">
        <pc:chgData name="Zoran Dumančić" userId="70f12f27-58fe-414c-89aa-9264ee582611" providerId="ADAL" clId="{1B3C88C9-A386-481E-942D-90CC429BF4F5}" dt="2021-10-14T09:08:40.514" v="1770" actId="27636"/>
        <pc:sldMkLst>
          <pc:docMk/>
          <pc:sldMk cId="3828497458" sldId="301"/>
        </pc:sldMkLst>
        <pc:spChg chg="mod">
          <ac:chgData name="Zoran Dumančić" userId="70f12f27-58fe-414c-89aa-9264ee582611" providerId="ADAL" clId="{1B3C88C9-A386-481E-942D-90CC429BF4F5}" dt="2021-10-14T09:08:40.514" v="1770" actId="27636"/>
          <ac:spMkLst>
            <pc:docMk/>
            <pc:sldMk cId="3828497458" sldId="301"/>
            <ac:spMk id="3" creationId="{00000000-0000-0000-0000-000000000000}"/>
          </ac:spMkLst>
        </pc:spChg>
        <pc:picChg chg="del">
          <ac:chgData name="Zoran Dumančić" userId="70f12f27-58fe-414c-89aa-9264ee582611" providerId="ADAL" clId="{1B3C88C9-A386-481E-942D-90CC429BF4F5}" dt="2021-10-14T08:56:55.427" v="1548" actId="478"/>
          <ac:picMkLst>
            <pc:docMk/>
            <pc:sldMk cId="3828497458" sldId="301"/>
            <ac:picMk id="5" creationId="{64F1C21D-6EB7-4FD4-A559-FB3EE1A8B759}"/>
          </ac:picMkLst>
        </pc:picChg>
      </pc:sldChg>
      <pc:sldChg chg="modSp add mod modAnim">
        <pc:chgData name="Zoran Dumančić" userId="70f12f27-58fe-414c-89aa-9264ee582611" providerId="ADAL" clId="{1B3C88C9-A386-481E-942D-90CC429BF4F5}" dt="2021-10-14T09:08:25.948" v="1766" actId="20577"/>
        <pc:sldMkLst>
          <pc:docMk/>
          <pc:sldMk cId="4094665334" sldId="302"/>
        </pc:sldMkLst>
        <pc:spChg chg="mod">
          <ac:chgData name="Zoran Dumančić" userId="70f12f27-58fe-414c-89aa-9264ee582611" providerId="ADAL" clId="{1B3C88C9-A386-481E-942D-90CC429BF4F5}" dt="2021-10-14T09:05:35.995" v="1746" actId="113"/>
          <ac:spMkLst>
            <pc:docMk/>
            <pc:sldMk cId="4094665334" sldId="302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9:08:25.948" v="1766" actId="20577"/>
          <ac:spMkLst>
            <pc:docMk/>
            <pc:sldMk cId="4094665334" sldId="302"/>
            <ac:spMk id="3" creationId="{00000000-0000-0000-0000-000000000000}"/>
          </ac:spMkLst>
        </pc:spChg>
      </pc:sldChg>
      <pc:sldChg chg="delSp modSp add mod modAnim">
        <pc:chgData name="Zoran Dumančić" userId="70f12f27-58fe-414c-89aa-9264ee582611" providerId="ADAL" clId="{1B3C88C9-A386-481E-942D-90CC429BF4F5}" dt="2021-10-14T09:23:24.947" v="2376" actId="255"/>
        <pc:sldMkLst>
          <pc:docMk/>
          <pc:sldMk cId="2548222802" sldId="303"/>
        </pc:sldMkLst>
        <pc:spChg chg="mod">
          <ac:chgData name="Zoran Dumančić" userId="70f12f27-58fe-414c-89aa-9264ee582611" providerId="ADAL" clId="{1B3C88C9-A386-481E-942D-90CC429BF4F5}" dt="2021-10-14T09:07:51.455" v="1757"/>
          <ac:spMkLst>
            <pc:docMk/>
            <pc:sldMk cId="2548222802" sldId="303"/>
            <ac:spMk id="2" creationId="{00000000-0000-0000-0000-000000000000}"/>
          </ac:spMkLst>
        </pc:spChg>
        <pc:spChg chg="mod">
          <ac:chgData name="Zoran Dumančić" userId="70f12f27-58fe-414c-89aa-9264ee582611" providerId="ADAL" clId="{1B3C88C9-A386-481E-942D-90CC429BF4F5}" dt="2021-10-14T09:23:24.947" v="2376" actId="255"/>
          <ac:spMkLst>
            <pc:docMk/>
            <pc:sldMk cId="2548222802" sldId="303"/>
            <ac:spMk id="3" creationId="{00000000-0000-0000-0000-000000000000}"/>
          </ac:spMkLst>
        </pc:spChg>
        <pc:picChg chg="del">
          <ac:chgData name="Zoran Dumančić" userId="70f12f27-58fe-414c-89aa-9264ee582611" providerId="ADAL" clId="{1B3C88C9-A386-481E-942D-90CC429BF4F5}" dt="2021-10-14T09:09:31.681" v="1772" actId="478"/>
          <ac:picMkLst>
            <pc:docMk/>
            <pc:sldMk cId="2548222802" sldId="303"/>
            <ac:picMk id="4" creationId="{A3386703-EE8C-4D72-B216-96D29AE0D2E0}"/>
          </ac:picMkLst>
        </pc:picChg>
        <pc:picChg chg="del">
          <ac:chgData name="Zoran Dumančić" userId="70f12f27-58fe-414c-89aa-9264ee582611" providerId="ADAL" clId="{1B3C88C9-A386-481E-942D-90CC429BF4F5}" dt="2021-10-14T09:09:33.505" v="1773" actId="478"/>
          <ac:picMkLst>
            <pc:docMk/>
            <pc:sldMk cId="2548222802" sldId="303"/>
            <ac:picMk id="5" creationId="{66F0018E-DED6-49E0-B11B-5D760314F22C}"/>
          </ac:picMkLst>
        </pc:picChg>
      </pc:sldChg>
      <pc:sldChg chg="addSp modSp add mod modAnim">
        <pc:chgData name="Zoran Dumančić" userId="70f12f27-58fe-414c-89aa-9264ee582611" providerId="ADAL" clId="{1B3C88C9-A386-481E-942D-90CC429BF4F5}" dt="2021-10-14T09:12:50.753" v="1789" actId="1036"/>
        <pc:sldMkLst>
          <pc:docMk/>
          <pc:sldMk cId="3682548791" sldId="304"/>
        </pc:sldMkLst>
        <pc:spChg chg="mod">
          <ac:chgData name="Zoran Dumančić" userId="70f12f27-58fe-414c-89aa-9264ee582611" providerId="ADAL" clId="{1B3C88C9-A386-481E-942D-90CC429BF4F5}" dt="2021-10-14T09:12:20.202" v="1781" actId="6549"/>
          <ac:spMkLst>
            <pc:docMk/>
            <pc:sldMk cId="3682548791" sldId="304"/>
            <ac:spMk id="3" creationId="{00000000-0000-0000-0000-000000000000}"/>
          </ac:spMkLst>
        </pc:spChg>
        <pc:picChg chg="add mod">
          <ac:chgData name="Zoran Dumančić" userId="70f12f27-58fe-414c-89aa-9264ee582611" providerId="ADAL" clId="{1B3C88C9-A386-481E-942D-90CC429BF4F5}" dt="2021-10-14T09:12:50.753" v="1789" actId="1036"/>
          <ac:picMkLst>
            <pc:docMk/>
            <pc:sldMk cId="3682548791" sldId="304"/>
            <ac:picMk id="4" creationId="{31B15735-72A7-4764-AE11-D4E292329B69}"/>
          </ac:picMkLst>
        </pc:picChg>
      </pc:sldChg>
      <pc:sldChg chg="addSp modSp add mod modAnim">
        <pc:chgData name="Zoran Dumančić" userId="70f12f27-58fe-414c-89aa-9264ee582611" providerId="ADAL" clId="{1B3C88C9-A386-481E-942D-90CC429BF4F5}" dt="2021-10-14T09:18:29.878" v="1805" actId="5793"/>
        <pc:sldMkLst>
          <pc:docMk/>
          <pc:sldMk cId="2867213701" sldId="305"/>
        </pc:sldMkLst>
        <pc:spChg chg="mod">
          <ac:chgData name="Zoran Dumančić" userId="70f12f27-58fe-414c-89aa-9264ee582611" providerId="ADAL" clId="{1B3C88C9-A386-481E-942D-90CC429BF4F5}" dt="2021-10-14T09:18:29.878" v="1805" actId="5793"/>
          <ac:spMkLst>
            <pc:docMk/>
            <pc:sldMk cId="2867213701" sldId="305"/>
            <ac:spMk id="3" creationId="{00000000-0000-0000-0000-000000000000}"/>
          </ac:spMkLst>
        </pc:spChg>
        <pc:picChg chg="add mod">
          <ac:chgData name="Zoran Dumančić" userId="70f12f27-58fe-414c-89aa-9264ee582611" providerId="ADAL" clId="{1B3C88C9-A386-481E-942D-90CC429BF4F5}" dt="2021-10-14T09:18:19.567" v="1801"/>
          <ac:picMkLst>
            <pc:docMk/>
            <pc:sldMk cId="2867213701" sldId="305"/>
            <ac:picMk id="4" creationId="{60BDA1B0-096A-42A0-8F63-D95078E92D7B}"/>
          </ac:picMkLst>
        </pc:picChg>
      </pc:sldChg>
      <pc:sldChg chg="addSp modSp add mod modAnim">
        <pc:chgData name="Zoran Dumančić" userId="70f12f27-58fe-414c-89aa-9264ee582611" providerId="ADAL" clId="{1B3C88C9-A386-481E-942D-90CC429BF4F5}" dt="2021-10-14T09:20:38.333" v="1932" actId="20577"/>
        <pc:sldMkLst>
          <pc:docMk/>
          <pc:sldMk cId="2560422123" sldId="306"/>
        </pc:sldMkLst>
        <pc:spChg chg="mod">
          <ac:chgData name="Zoran Dumančić" userId="70f12f27-58fe-414c-89aa-9264ee582611" providerId="ADAL" clId="{1B3C88C9-A386-481E-942D-90CC429BF4F5}" dt="2021-10-14T09:20:38.333" v="1932" actId="20577"/>
          <ac:spMkLst>
            <pc:docMk/>
            <pc:sldMk cId="2560422123" sldId="306"/>
            <ac:spMk id="3" creationId="{00000000-0000-0000-0000-000000000000}"/>
          </ac:spMkLst>
        </pc:spChg>
        <pc:picChg chg="add mod modCrop">
          <ac:chgData name="Zoran Dumančić" userId="70f12f27-58fe-414c-89aa-9264ee582611" providerId="ADAL" clId="{1B3C88C9-A386-481E-942D-90CC429BF4F5}" dt="2021-10-14T09:20:23.824" v="1931" actId="14100"/>
          <ac:picMkLst>
            <pc:docMk/>
            <pc:sldMk cId="2560422123" sldId="306"/>
            <ac:picMk id="4" creationId="{DC7E4ACA-C6CB-42B2-9DEA-52E246642FA5}"/>
          </ac:picMkLst>
        </pc:picChg>
      </pc:sldChg>
      <pc:sldChg chg="addSp modSp add mod modAnim">
        <pc:chgData name="Zoran Dumančić" userId="70f12f27-58fe-414c-89aa-9264ee582611" providerId="ADAL" clId="{1B3C88C9-A386-481E-942D-90CC429BF4F5}" dt="2021-10-14T09:22:23.066" v="2374" actId="1076"/>
        <pc:sldMkLst>
          <pc:docMk/>
          <pc:sldMk cId="4198198323" sldId="307"/>
        </pc:sldMkLst>
        <pc:spChg chg="mod">
          <ac:chgData name="Zoran Dumančić" userId="70f12f27-58fe-414c-89aa-9264ee582611" providerId="ADAL" clId="{1B3C88C9-A386-481E-942D-90CC429BF4F5}" dt="2021-10-14T09:21:39.918" v="2369" actId="20577"/>
          <ac:spMkLst>
            <pc:docMk/>
            <pc:sldMk cId="4198198323" sldId="307"/>
            <ac:spMk id="3" creationId="{00000000-0000-0000-0000-000000000000}"/>
          </ac:spMkLst>
        </pc:spChg>
        <pc:picChg chg="add mod">
          <ac:chgData name="Zoran Dumančić" userId="70f12f27-58fe-414c-89aa-9264ee582611" providerId="ADAL" clId="{1B3C88C9-A386-481E-942D-90CC429BF4F5}" dt="2021-10-14T09:22:23.066" v="2374" actId="1076"/>
          <ac:picMkLst>
            <pc:docMk/>
            <pc:sldMk cId="4198198323" sldId="307"/>
            <ac:picMk id="4" creationId="{43357AF4-25DA-4878-9A23-D41B444EF88D}"/>
          </ac:picMkLst>
        </pc:picChg>
      </pc:sldChg>
      <pc:sldChg chg="modSp add mod modAnim">
        <pc:chgData name="Zoran Dumančić" userId="70f12f27-58fe-414c-89aa-9264ee582611" providerId="ADAL" clId="{1B3C88C9-A386-481E-942D-90CC429BF4F5}" dt="2021-10-14T09:26:30.655" v="2456" actId="20577"/>
        <pc:sldMkLst>
          <pc:docMk/>
          <pc:sldMk cId="329104645" sldId="308"/>
        </pc:sldMkLst>
        <pc:spChg chg="mod">
          <ac:chgData name="Zoran Dumančić" userId="70f12f27-58fe-414c-89aa-9264ee582611" providerId="ADAL" clId="{1B3C88C9-A386-481E-942D-90CC429BF4F5}" dt="2021-10-14T09:26:30.655" v="2456" actId="20577"/>
          <ac:spMkLst>
            <pc:docMk/>
            <pc:sldMk cId="329104645" sldId="308"/>
            <ac:spMk id="3" creationId="{00000000-0000-0000-0000-000000000000}"/>
          </ac:spMkLst>
        </pc:spChg>
      </pc:sldChg>
      <pc:sldChg chg="add">
        <pc:chgData name="Zoran Dumančić" userId="70f12f27-58fe-414c-89aa-9264ee582611" providerId="ADAL" clId="{1B3C88C9-A386-481E-942D-90CC429BF4F5}" dt="2021-10-14T09:23:54.908" v="2377"/>
        <pc:sldMkLst>
          <pc:docMk/>
          <pc:sldMk cId="3672512905" sldId="309"/>
        </pc:sldMkLst>
      </pc:sldChg>
      <pc:sldMasterChg chg="delSp mod">
        <pc:chgData name="Zoran Dumančić" userId="70f12f27-58fe-414c-89aa-9264ee582611" providerId="ADAL" clId="{1B3C88C9-A386-481E-942D-90CC429BF4F5}" dt="2021-10-14T08:52:05.261" v="1488" actId="478"/>
        <pc:sldMasterMkLst>
          <pc:docMk/>
          <pc:sldMasterMk cId="0" sldId="2147483660"/>
        </pc:sldMasterMkLst>
        <pc:spChg chg="del">
          <ac:chgData name="Zoran Dumančić" userId="70f12f27-58fe-414c-89aa-9264ee582611" providerId="ADAL" clId="{1B3C88C9-A386-481E-942D-90CC429BF4F5}" dt="2021-10-14T08:52:05.261" v="1488" actId="478"/>
          <ac:spMkLst>
            <pc:docMk/>
            <pc:sldMasterMk cId="0" sldId="2147483660"/>
            <ac:spMk id="10" creationId="{00000000-0000-0000-0000-000000000000}"/>
          </ac:spMkLst>
        </pc:spChg>
      </pc:sldMasterChg>
    </pc:docChg>
  </pc:docChgLst>
  <pc:docChgLst>
    <pc:chgData name="Zoran Dumančić" userId="70f12f27-58fe-414c-89aa-9264ee582611" providerId="ADAL" clId="{61EE5CE1-04DF-4DCC-B9DC-5F19BB8D64D3}"/>
    <pc:docChg chg="undo redo custSel addSld delSld modSld">
      <pc:chgData name="Zoran Dumančić" userId="70f12f27-58fe-414c-89aa-9264ee582611" providerId="ADAL" clId="{61EE5CE1-04DF-4DCC-B9DC-5F19BB8D64D3}" dt="2021-11-03T15:40:58.332" v="1607" actId="6549"/>
      <pc:docMkLst>
        <pc:docMk/>
      </pc:docMkLst>
      <pc:sldChg chg="del">
        <pc:chgData name="Zoran Dumančić" userId="70f12f27-58fe-414c-89aa-9264ee582611" providerId="ADAL" clId="{61EE5CE1-04DF-4DCC-B9DC-5F19BB8D64D3}" dt="2021-11-03T15:36:46.974" v="1482" actId="47"/>
        <pc:sldMkLst>
          <pc:docMk/>
          <pc:sldMk cId="3225366057" sldId="275"/>
        </pc:sldMkLst>
      </pc:sldChg>
      <pc:sldChg chg="modSp mod">
        <pc:chgData name="Zoran Dumančić" userId="70f12f27-58fe-414c-89aa-9264ee582611" providerId="ADAL" clId="{61EE5CE1-04DF-4DCC-B9DC-5F19BB8D64D3}" dt="2021-11-03T15:37:21.657" v="1483" actId="113"/>
        <pc:sldMkLst>
          <pc:docMk/>
          <pc:sldMk cId="3354118403" sldId="286"/>
        </pc:sldMkLst>
        <pc:spChg chg="mod">
          <ac:chgData name="Zoran Dumančić" userId="70f12f27-58fe-414c-89aa-9264ee582611" providerId="ADAL" clId="{61EE5CE1-04DF-4DCC-B9DC-5F19BB8D64D3}" dt="2021-11-03T15:37:21.657" v="1483" actId="113"/>
          <ac:spMkLst>
            <pc:docMk/>
            <pc:sldMk cId="3354118403" sldId="286"/>
            <ac:spMk id="4" creationId="{00000000-0000-0000-0000-000000000000}"/>
          </ac:spMkLst>
        </pc:spChg>
      </pc:sldChg>
      <pc:sldChg chg="del">
        <pc:chgData name="Zoran Dumančić" userId="70f12f27-58fe-414c-89aa-9264ee582611" providerId="ADAL" clId="{61EE5CE1-04DF-4DCC-B9DC-5F19BB8D64D3}" dt="2021-11-03T15:36:46.974" v="1482" actId="47"/>
        <pc:sldMkLst>
          <pc:docMk/>
          <pc:sldMk cId="2552953979" sldId="288"/>
        </pc:sldMkLst>
      </pc:sldChg>
      <pc:sldChg chg="del">
        <pc:chgData name="Zoran Dumančić" userId="70f12f27-58fe-414c-89aa-9264ee582611" providerId="ADAL" clId="{61EE5CE1-04DF-4DCC-B9DC-5F19BB8D64D3}" dt="2021-11-03T15:36:46.974" v="1482" actId="47"/>
        <pc:sldMkLst>
          <pc:docMk/>
          <pc:sldMk cId="3035008926" sldId="289"/>
        </pc:sldMkLst>
      </pc:sldChg>
      <pc:sldChg chg="modSp del mod">
        <pc:chgData name="Zoran Dumančić" userId="70f12f27-58fe-414c-89aa-9264ee582611" providerId="ADAL" clId="{61EE5CE1-04DF-4DCC-B9DC-5F19BB8D64D3}" dt="2021-11-03T15:36:46.974" v="1482" actId="47"/>
        <pc:sldMkLst>
          <pc:docMk/>
          <pc:sldMk cId="905060026" sldId="290"/>
        </pc:sldMkLst>
        <pc:spChg chg="mod">
          <ac:chgData name="Zoran Dumančić" userId="70f12f27-58fe-414c-89aa-9264ee582611" providerId="ADAL" clId="{61EE5CE1-04DF-4DCC-B9DC-5F19BB8D64D3}" dt="2021-11-03T10:35:43.819" v="8" actId="27636"/>
          <ac:spMkLst>
            <pc:docMk/>
            <pc:sldMk cId="905060026" sldId="290"/>
            <ac:spMk id="2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5:38:04.037" v="1488" actId="6549"/>
        <pc:sldMkLst>
          <pc:docMk/>
          <pc:sldMk cId="1737923773" sldId="292"/>
        </pc:sldMkLst>
        <pc:spChg chg="mod">
          <ac:chgData name="Zoran Dumančić" userId="70f12f27-58fe-414c-89aa-9264ee582611" providerId="ADAL" clId="{61EE5CE1-04DF-4DCC-B9DC-5F19BB8D64D3}" dt="2021-11-03T15:38:04.037" v="1488" actId="6549"/>
          <ac:spMkLst>
            <pc:docMk/>
            <pc:sldMk cId="1737923773" sldId="292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1:11:33.152" v="366" actId="179"/>
        <pc:sldMkLst>
          <pc:docMk/>
          <pc:sldMk cId="2975931157" sldId="294"/>
        </pc:sldMkLst>
        <pc:spChg chg="mod">
          <ac:chgData name="Zoran Dumančić" userId="70f12f27-58fe-414c-89aa-9264ee582611" providerId="ADAL" clId="{61EE5CE1-04DF-4DCC-B9DC-5F19BB8D64D3}" dt="2021-11-03T11:11:33.152" v="366" actId="179"/>
          <ac:spMkLst>
            <pc:docMk/>
            <pc:sldMk cId="2975931157" sldId="294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51:43.974" v="84" actId="255"/>
        <pc:sldMkLst>
          <pc:docMk/>
          <pc:sldMk cId="1619956690" sldId="295"/>
        </pc:sldMkLst>
        <pc:spChg chg="mod">
          <ac:chgData name="Zoran Dumančić" userId="70f12f27-58fe-414c-89aa-9264ee582611" providerId="ADAL" clId="{61EE5CE1-04DF-4DCC-B9DC-5F19BB8D64D3}" dt="2021-11-03T10:51:43.974" v="84" actId="255"/>
          <ac:spMkLst>
            <pc:docMk/>
            <pc:sldMk cId="1619956690" sldId="295"/>
            <ac:spMk id="3" creationId="{00000000-0000-0000-0000-000000000000}"/>
          </ac:spMkLst>
        </pc:spChg>
      </pc:sldChg>
      <pc:sldChg chg="modSp mod modAnim">
        <pc:chgData name="Zoran Dumančić" userId="70f12f27-58fe-414c-89aa-9264ee582611" providerId="ADAL" clId="{61EE5CE1-04DF-4DCC-B9DC-5F19BB8D64D3}" dt="2021-11-03T11:10:33.949" v="358" actId="179"/>
        <pc:sldMkLst>
          <pc:docMk/>
          <pc:sldMk cId="3184798737" sldId="296"/>
        </pc:sldMkLst>
        <pc:spChg chg="mod">
          <ac:chgData name="Zoran Dumančić" userId="70f12f27-58fe-414c-89aa-9264ee582611" providerId="ADAL" clId="{61EE5CE1-04DF-4DCC-B9DC-5F19BB8D64D3}" dt="2021-11-03T11:10:33.949" v="358" actId="179"/>
          <ac:spMkLst>
            <pc:docMk/>
            <pc:sldMk cId="3184798737" sldId="296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49:12.899" v="58" actId="14100"/>
        <pc:sldMkLst>
          <pc:docMk/>
          <pc:sldMk cId="2966251502" sldId="297"/>
        </pc:sldMkLst>
        <pc:spChg chg="mod">
          <ac:chgData name="Zoran Dumančić" userId="70f12f27-58fe-414c-89aa-9264ee582611" providerId="ADAL" clId="{61EE5CE1-04DF-4DCC-B9DC-5F19BB8D64D3}" dt="2021-11-03T10:49:12.899" v="58" actId="14100"/>
          <ac:spMkLst>
            <pc:docMk/>
            <pc:sldMk cId="2966251502" sldId="297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49:01.894" v="57" actId="5793"/>
        <pc:sldMkLst>
          <pc:docMk/>
          <pc:sldMk cId="1046018201" sldId="298"/>
        </pc:sldMkLst>
        <pc:spChg chg="mod">
          <ac:chgData name="Zoran Dumančić" userId="70f12f27-58fe-414c-89aa-9264ee582611" providerId="ADAL" clId="{61EE5CE1-04DF-4DCC-B9DC-5F19BB8D64D3}" dt="2021-11-03T10:49:01.894" v="57" actId="5793"/>
          <ac:spMkLst>
            <pc:docMk/>
            <pc:sldMk cId="1046018201" sldId="298"/>
            <ac:spMk id="3" creationId="{00000000-0000-0000-0000-000000000000}"/>
          </ac:spMkLst>
        </pc:spChg>
        <pc:picChg chg="mod">
          <ac:chgData name="Zoran Dumančić" userId="70f12f27-58fe-414c-89aa-9264ee582611" providerId="ADAL" clId="{61EE5CE1-04DF-4DCC-B9DC-5F19BB8D64D3}" dt="2021-11-03T10:48:56.538" v="55" actId="1076"/>
          <ac:picMkLst>
            <pc:docMk/>
            <pc:sldMk cId="1046018201" sldId="298"/>
            <ac:picMk id="5" creationId="{D643F539-603D-44F4-9AB3-1ACF00738AE5}"/>
          </ac:picMkLst>
        </pc:picChg>
        <pc:picChg chg="mod">
          <ac:chgData name="Zoran Dumančić" userId="70f12f27-58fe-414c-89aa-9264ee582611" providerId="ADAL" clId="{61EE5CE1-04DF-4DCC-B9DC-5F19BB8D64D3}" dt="2021-11-03T10:48:50.958" v="54" actId="1076"/>
          <ac:picMkLst>
            <pc:docMk/>
            <pc:sldMk cId="1046018201" sldId="298"/>
            <ac:picMk id="7" creationId="{19CD1D9C-B2FC-42BB-9935-F212497389D6}"/>
          </ac:picMkLst>
        </pc:picChg>
      </pc:sldChg>
      <pc:sldChg chg="modSp mod modAnim">
        <pc:chgData name="Zoran Dumančić" userId="70f12f27-58fe-414c-89aa-9264ee582611" providerId="ADAL" clId="{61EE5CE1-04DF-4DCC-B9DC-5F19BB8D64D3}" dt="2021-11-03T10:48:38.024" v="51" actId="6549"/>
        <pc:sldMkLst>
          <pc:docMk/>
          <pc:sldMk cId="2233094985" sldId="299"/>
        </pc:sldMkLst>
        <pc:spChg chg="mod">
          <ac:chgData name="Zoran Dumančić" userId="70f12f27-58fe-414c-89aa-9264ee582611" providerId="ADAL" clId="{61EE5CE1-04DF-4DCC-B9DC-5F19BB8D64D3}" dt="2021-11-03T10:48:38.024" v="51" actId="6549"/>
          <ac:spMkLst>
            <pc:docMk/>
            <pc:sldMk cId="2233094985" sldId="299"/>
            <ac:spMk id="3" creationId="{00000000-0000-0000-0000-000000000000}"/>
          </ac:spMkLst>
        </pc:spChg>
        <pc:picChg chg="mod modCrop">
          <ac:chgData name="Zoran Dumančić" userId="70f12f27-58fe-414c-89aa-9264ee582611" providerId="ADAL" clId="{61EE5CE1-04DF-4DCC-B9DC-5F19BB8D64D3}" dt="2021-11-03T10:47:20.335" v="42" actId="1076"/>
          <ac:picMkLst>
            <pc:docMk/>
            <pc:sldMk cId="2233094985" sldId="299"/>
            <ac:picMk id="6" creationId="{C076C534-7F24-4B47-85DA-9E353429D3E4}"/>
          </ac:picMkLst>
        </pc:picChg>
      </pc:sldChg>
      <pc:sldChg chg="modSp mod">
        <pc:chgData name="Zoran Dumančić" userId="70f12f27-58fe-414c-89aa-9264ee582611" providerId="ADAL" clId="{61EE5CE1-04DF-4DCC-B9DC-5F19BB8D64D3}" dt="2021-11-03T10:46:48.124" v="38" actId="14100"/>
        <pc:sldMkLst>
          <pc:docMk/>
          <pc:sldMk cId="4219272899" sldId="300"/>
        </pc:sldMkLst>
        <pc:spChg chg="mod">
          <ac:chgData name="Zoran Dumančić" userId="70f12f27-58fe-414c-89aa-9264ee582611" providerId="ADAL" clId="{61EE5CE1-04DF-4DCC-B9DC-5F19BB8D64D3}" dt="2021-11-03T10:46:48.124" v="38" actId="14100"/>
          <ac:spMkLst>
            <pc:docMk/>
            <pc:sldMk cId="4219272899" sldId="300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1:10:05.027" v="353" actId="14100"/>
        <pc:sldMkLst>
          <pc:docMk/>
          <pc:sldMk cId="3828497458" sldId="301"/>
        </pc:sldMkLst>
        <pc:spChg chg="mod">
          <ac:chgData name="Zoran Dumančić" userId="70f12f27-58fe-414c-89aa-9264ee582611" providerId="ADAL" clId="{61EE5CE1-04DF-4DCC-B9DC-5F19BB8D64D3}" dt="2021-11-03T11:10:05.027" v="353" actId="14100"/>
          <ac:spMkLst>
            <pc:docMk/>
            <pc:sldMk cId="3828497458" sldId="301"/>
            <ac:spMk id="3" creationId="{00000000-0000-0000-0000-000000000000}"/>
          </ac:spMkLst>
        </pc:spChg>
      </pc:sldChg>
      <pc:sldChg chg="modSp mod modAnim">
        <pc:chgData name="Zoran Dumančić" userId="70f12f27-58fe-414c-89aa-9264ee582611" providerId="ADAL" clId="{61EE5CE1-04DF-4DCC-B9DC-5F19BB8D64D3}" dt="2021-11-03T15:13:57.363" v="975" actId="20577"/>
        <pc:sldMkLst>
          <pc:docMk/>
          <pc:sldMk cId="4094665334" sldId="302"/>
        </pc:sldMkLst>
        <pc:spChg chg="mod">
          <ac:chgData name="Zoran Dumančić" userId="70f12f27-58fe-414c-89aa-9264ee582611" providerId="ADAL" clId="{61EE5CE1-04DF-4DCC-B9DC-5F19BB8D64D3}" dt="2021-11-03T15:13:57.363" v="975" actId="20577"/>
          <ac:spMkLst>
            <pc:docMk/>
            <pc:sldMk cId="4094665334" sldId="302"/>
            <ac:spMk id="3" creationId="{00000000-0000-0000-0000-000000000000}"/>
          </ac:spMkLst>
        </pc:spChg>
      </pc:sldChg>
      <pc:sldChg chg="modSp mod modAnim">
        <pc:chgData name="Zoran Dumančić" userId="70f12f27-58fe-414c-89aa-9264ee582611" providerId="ADAL" clId="{61EE5CE1-04DF-4DCC-B9DC-5F19BB8D64D3}" dt="2021-11-03T15:40:58.332" v="1607" actId="6549"/>
        <pc:sldMkLst>
          <pc:docMk/>
          <pc:sldMk cId="2548222802" sldId="303"/>
        </pc:sldMkLst>
        <pc:spChg chg="mod">
          <ac:chgData name="Zoran Dumančić" userId="70f12f27-58fe-414c-89aa-9264ee582611" providerId="ADAL" clId="{61EE5CE1-04DF-4DCC-B9DC-5F19BB8D64D3}" dt="2021-11-03T15:40:58.332" v="1607" actId="6549"/>
          <ac:spMkLst>
            <pc:docMk/>
            <pc:sldMk cId="2548222802" sldId="303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46:27.256" v="35" actId="1076"/>
        <pc:sldMkLst>
          <pc:docMk/>
          <pc:sldMk cId="3682548791" sldId="304"/>
        </pc:sldMkLst>
        <pc:spChg chg="mod">
          <ac:chgData name="Zoran Dumančić" userId="70f12f27-58fe-414c-89aa-9264ee582611" providerId="ADAL" clId="{61EE5CE1-04DF-4DCC-B9DC-5F19BB8D64D3}" dt="2021-11-03T10:46:24.701" v="34" actId="14100"/>
          <ac:spMkLst>
            <pc:docMk/>
            <pc:sldMk cId="3682548791" sldId="304"/>
            <ac:spMk id="3" creationId="{00000000-0000-0000-0000-000000000000}"/>
          </ac:spMkLst>
        </pc:spChg>
        <pc:picChg chg="mod">
          <ac:chgData name="Zoran Dumančić" userId="70f12f27-58fe-414c-89aa-9264ee582611" providerId="ADAL" clId="{61EE5CE1-04DF-4DCC-B9DC-5F19BB8D64D3}" dt="2021-11-03T10:46:27.256" v="35" actId="1076"/>
          <ac:picMkLst>
            <pc:docMk/>
            <pc:sldMk cId="3682548791" sldId="304"/>
            <ac:picMk id="4" creationId="{31B15735-72A7-4764-AE11-D4E292329B69}"/>
          </ac:picMkLst>
        </pc:picChg>
      </pc:sldChg>
      <pc:sldChg chg="modSp mod">
        <pc:chgData name="Zoran Dumančić" userId="70f12f27-58fe-414c-89aa-9264ee582611" providerId="ADAL" clId="{61EE5CE1-04DF-4DCC-B9DC-5F19BB8D64D3}" dt="2021-11-03T10:52:40.678" v="93" actId="179"/>
        <pc:sldMkLst>
          <pc:docMk/>
          <pc:sldMk cId="2867213701" sldId="305"/>
        </pc:sldMkLst>
        <pc:spChg chg="mod">
          <ac:chgData name="Zoran Dumančić" userId="70f12f27-58fe-414c-89aa-9264ee582611" providerId="ADAL" clId="{61EE5CE1-04DF-4DCC-B9DC-5F19BB8D64D3}" dt="2021-11-03T10:52:40.678" v="93" actId="179"/>
          <ac:spMkLst>
            <pc:docMk/>
            <pc:sldMk cId="2867213701" sldId="305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5:38:36.166" v="1490" actId="1076"/>
        <pc:sldMkLst>
          <pc:docMk/>
          <pc:sldMk cId="2560422123" sldId="306"/>
        </pc:sldMkLst>
        <pc:picChg chg="mod">
          <ac:chgData name="Zoran Dumančić" userId="70f12f27-58fe-414c-89aa-9264ee582611" providerId="ADAL" clId="{61EE5CE1-04DF-4DCC-B9DC-5F19BB8D64D3}" dt="2021-11-03T15:38:36.166" v="1490" actId="1076"/>
          <ac:picMkLst>
            <pc:docMk/>
            <pc:sldMk cId="2560422123" sldId="306"/>
            <ac:picMk id="4" creationId="{DC7E4ACA-C6CB-42B2-9DEA-52E246642FA5}"/>
          </ac:picMkLst>
        </pc:picChg>
      </pc:sldChg>
      <pc:sldChg chg="modSp mod">
        <pc:chgData name="Zoran Dumančić" userId="70f12f27-58fe-414c-89aa-9264ee582611" providerId="ADAL" clId="{61EE5CE1-04DF-4DCC-B9DC-5F19BB8D64D3}" dt="2021-11-03T10:50:58.842" v="81" actId="14100"/>
        <pc:sldMkLst>
          <pc:docMk/>
          <pc:sldMk cId="4198198323" sldId="307"/>
        </pc:sldMkLst>
        <pc:spChg chg="mod">
          <ac:chgData name="Zoran Dumančić" userId="70f12f27-58fe-414c-89aa-9264ee582611" providerId="ADAL" clId="{61EE5CE1-04DF-4DCC-B9DC-5F19BB8D64D3}" dt="2021-11-03T10:50:58.842" v="81" actId="14100"/>
          <ac:spMkLst>
            <pc:docMk/>
            <pc:sldMk cId="4198198323" sldId="307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46:16.317" v="33" actId="20577"/>
        <pc:sldMkLst>
          <pc:docMk/>
          <pc:sldMk cId="329104645" sldId="308"/>
        </pc:sldMkLst>
        <pc:spChg chg="mod">
          <ac:chgData name="Zoran Dumančić" userId="70f12f27-58fe-414c-89aa-9264ee582611" providerId="ADAL" clId="{61EE5CE1-04DF-4DCC-B9DC-5F19BB8D64D3}" dt="2021-11-03T10:46:16.317" v="33" actId="20577"/>
          <ac:spMkLst>
            <pc:docMk/>
            <pc:sldMk cId="329104645" sldId="308"/>
            <ac:spMk id="3" creationId="{00000000-0000-0000-0000-000000000000}"/>
          </ac:spMkLst>
        </pc:spChg>
        <pc:picChg chg="mod modCrop">
          <ac:chgData name="Zoran Dumančić" userId="70f12f27-58fe-414c-89aa-9264ee582611" providerId="ADAL" clId="{61EE5CE1-04DF-4DCC-B9DC-5F19BB8D64D3}" dt="2021-11-03T10:45:48.325" v="32" actId="1076"/>
          <ac:picMkLst>
            <pc:docMk/>
            <pc:sldMk cId="329104645" sldId="308"/>
            <ac:picMk id="4" creationId="{752C1184-799F-41A6-9C1B-CFCE49038B4D}"/>
          </ac:picMkLst>
        </pc:picChg>
      </pc:sldChg>
      <pc:sldChg chg="modSp mod">
        <pc:chgData name="Zoran Dumančić" userId="70f12f27-58fe-414c-89aa-9264ee582611" providerId="ADAL" clId="{61EE5CE1-04DF-4DCC-B9DC-5F19BB8D64D3}" dt="2021-11-03T10:45:08.990" v="25" actId="14100"/>
        <pc:sldMkLst>
          <pc:docMk/>
          <pc:sldMk cId="3672512905" sldId="309"/>
        </pc:sldMkLst>
        <pc:spChg chg="mod">
          <ac:chgData name="Zoran Dumančić" userId="70f12f27-58fe-414c-89aa-9264ee582611" providerId="ADAL" clId="{61EE5CE1-04DF-4DCC-B9DC-5F19BB8D64D3}" dt="2021-11-03T10:45:08.990" v="25" actId="14100"/>
          <ac:spMkLst>
            <pc:docMk/>
            <pc:sldMk cId="3672512905" sldId="309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36:01.912" v="12" actId="27636"/>
        <pc:sldMkLst>
          <pc:docMk/>
          <pc:sldMk cId="1230498344" sldId="310"/>
        </pc:sldMkLst>
        <pc:spChg chg="mod">
          <ac:chgData name="Zoran Dumančić" userId="70f12f27-58fe-414c-89aa-9264ee582611" providerId="ADAL" clId="{61EE5CE1-04DF-4DCC-B9DC-5F19BB8D64D3}" dt="2021-11-03T10:36:01.912" v="12" actId="27636"/>
          <ac:spMkLst>
            <pc:docMk/>
            <pc:sldMk cId="1230498344" sldId="310"/>
            <ac:spMk id="3" creationId="{00000000-0000-0000-0000-000000000000}"/>
          </ac:spMkLst>
        </pc:spChg>
      </pc:sldChg>
      <pc:sldChg chg="modSp mod">
        <pc:chgData name="Zoran Dumančić" userId="70f12f27-58fe-414c-89aa-9264ee582611" providerId="ADAL" clId="{61EE5CE1-04DF-4DCC-B9DC-5F19BB8D64D3}" dt="2021-11-03T10:44:58.176" v="24" actId="14100"/>
        <pc:sldMkLst>
          <pc:docMk/>
          <pc:sldMk cId="3604087840" sldId="311"/>
        </pc:sldMkLst>
        <pc:spChg chg="mod">
          <ac:chgData name="Zoran Dumančić" userId="70f12f27-58fe-414c-89aa-9264ee582611" providerId="ADAL" clId="{61EE5CE1-04DF-4DCC-B9DC-5F19BB8D64D3}" dt="2021-11-03T10:44:58.176" v="24" actId="14100"/>
          <ac:spMkLst>
            <pc:docMk/>
            <pc:sldMk cId="3604087840" sldId="311"/>
            <ac:spMk id="3" creationId="{00000000-0000-0000-0000-000000000000}"/>
          </ac:spMkLst>
        </pc:spChg>
      </pc:sldChg>
      <pc:sldChg chg="modSp add mod modAnim">
        <pc:chgData name="Zoran Dumančić" userId="70f12f27-58fe-414c-89aa-9264ee582611" providerId="ADAL" clId="{61EE5CE1-04DF-4DCC-B9DC-5F19BB8D64D3}" dt="2021-11-03T15:14:11.743" v="978" actId="6549"/>
        <pc:sldMkLst>
          <pc:docMk/>
          <pc:sldMk cId="2624022926" sldId="312"/>
        </pc:sldMkLst>
        <pc:spChg chg="mod">
          <ac:chgData name="Zoran Dumančić" userId="70f12f27-58fe-414c-89aa-9264ee582611" providerId="ADAL" clId="{61EE5CE1-04DF-4DCC-B9DC-5F19BB8D64D3}" dt="2021-11-03T10:41:28.774" v="18" actId="27636"/>
          <ac:spMkLst>
            <pc:docMk/>
            <pc:sldMk cId="2624022926" sldId="312"/>
            <ac:spMk id="2" creationId="{00000000-0000-0000-0000-000000000000}"/>
          </ac:spMkLst>
        </pc:spChg>
        <pc:spChg chg="mod">
          <ac:chgData name="Zoran Dumančić" userId="70f12f27-58fe-414c-89aa-9264ee582611" providerId="ADAL" clId="{61EE5CE1-04DF-4DCC-B9DC-5F19BB8D64D3}" dt="2021-11-03T15:14:11.743" v="978" actId="6549"/>
          <ac:spMkLst>
            <pc:docMk/>
            <pc:sldMk cId="2624022926" sldId="312"/>
            <ac:spMk id="3" creationId="{00000000-0000-0000-0000-000000000000}"/>
          </ac:spMkLst>
        </pc:spChg>
      </pc:sldChg>
      <pc:sldChg chg="modSp add del modAnim">
        <pc:chgData name="Zoran Dumančić" userId="70f12f27-58fe-414c-89aa-9264ee582611" providerId="ADAL" clId="{61EE5CE1-04DF-4DCC-B9DC-5F19BB8D64D3}" dt="2021-11-03T15:36:46.974" v="1482" actId="47"/>
        <pc:sldMkLst>
          <pc:docMk/>
          <pc:sldMk cId="3550827810" sldId="313"/>
        </pc:sldMkLst>
        <pc:spChg chg="mod">
          <ac:chgData name="Zoran Dumančić" userId="70f12f27-58fe-414c-89aa-9264ee582611" providerId="ADAL" clId="{61EE5CE1-04DF-4DCC-B9DC-5F19BB8D64D3}" dt="2021-11-03T14:42:42.325" v="377"/>
          <ac:spMkLst>
            <pc:docMk/>
            <pc:sldMk cId="3550827810" sldId="313"/>
            <ac:spMk id="3" creationId="{00000000-0000-0000-0000-000000000000}"/>
          </ac:spMkLst>
        </pc:spChg>
      </pc:sldChg>
      <pc:sldChg chg="addSp delSp modSp add mod modAnim">
        <pc:chgData name="Zoran Dumančić" userId="70f12f27-58fe-414c-89aa-9264ee582611" providerId="ADAL" clId="{61EE5CE1-04DF-4DCC-B9DC-5F19BB8D64D3}" dt="2021-11-03T15:01:43.672" v="830"/>
        <pc:sldMkLst>
          <pc:docMk/>
          <pc:sldMk cId="3893781267" sldId="314"/>
        </pc:sldMkLst>
        <pc:spChg chg="mod">
          <ac:chgData name="Zoran Dumančić" userId="70f12f27-58fe-414c-89aa-9264ee582611" providerId="ADAL" clId="{61EE5CE1-04DF-4DCC-B9DC-5F19BB8D64D3}" dt="2021-11-03T14:43:08.563" v="382" actId="27636"/>
          <ac:spMkLst>
            <pc:docMk/>
            <pc:sldMk cId="3893781267" sldId="314"/>
            <ac:spMk id="2" creationId="{00000000-0000-0000-0000-000000000000}"/>
          </ac:spMkLst>
        </pc:spChg>
        <pc:spChg chg="mod">
          <ac:chgData name="Zoran Dumančić" userId="70f12f27-58fe-414c-89aa-9264ee582611" providerId="ADAL" clId="{61EE5CE1-04DF-4DCC-B9DC-5F19BB8D64D3}" dt="2021-11-03T15:01:20.624" v="828" actId="20577"/>
          <ac:spMkLst>
            <pc:docMk/>
            <pc:sldMk cId="3893781267" sldId="314"/>
            <ac:spMk id="3" creationId="{00000000-0000-0000-0000-000000000000}"/>
          </ac:spMkLst>
        </pc:spChg>
        <pc:grpChg chg="add del mod">
          <ac:chgData name="Zoran Dumančić" userId="70f12f27-58fe-414c-89aa-9264ee582611" providerId="ADAL" clId="{61EE5CE1-04DF-4DCC-B9DC-5F19BB8D64D3}" dt="2021-11-03T14:58:31.744" v="746" actId="165"/>
          <ac:grpSpMkLst>
            <pc:docMk/>
            <pc:sldMk cId="3893781267" sldId="314"/>
            <ac:grpSpMk id="8" creationId="{4D126D2E-5B15-4C3E-B985-CE893727A4E4}"/>
          </ac:grpSpMkLst>
        </pc:grpChg>
        <pc:grpChg chg="add mod">
          <ac:chgData name="Zoran Dumančić" userId="70f12f27-58fe-414c-89aa-9264ee582611" providerId="ADAL" clId="{61EE5CE1-04DF-4DCC-B9DC-5F19BB8D64D3}" dt="2021-11-03T15:00:45.015" v="823" actId="164"/>
          <ac:grpSpMkLst>
            <pc:docMk/>
            <pc:sldMk cId="3893781267" sldId="314"/>
            <ac:grpSpMk id="10" creationId="{5B32EB09-3B64-431F-B996-08867BEB4B8D}"/>
          </ac:grpSpMkLst>
        </pc:grpChg>
        <pc:picChg chg="add del mod topLvl modCrop">
          <ac:chgData name="Zoran Dumančić" userId="70f12f27-58fe-414c-89aa-9264ee582611" providerId="ADAL" clId="{61EE5CE1-04DF-4DCC-B9DC-5F19BB8D64D3}" dt="2021-11-03T14:59:26.022" v="776" actId="478"/>
          <ac:picMkLst>
            <pc:docMk/>
            <pc:sldMk cId="3893781267" sldId="314"/>
            <ac:picMk id="4" creationId="{23B8A26E-A272-42F1-981F-571C5E8B766D}"/>
          </ac:picMkLst>
        </pc:picChg>
        <pc:picChg chg="add mod topLvl modCrop">
          <ac:chgData name="Zoran Dumančić" userId="70f12f27-58fe-414c-89aa-9264ee582611" providerId="ADAL" clId="{61EE5CE1-04DF-4DCC-B9DC-5F19BB8D64D3}" dt="2021-11-03T15:00:45.015" v="823" actId="164"/>
          <ac:picMkLst>
            <pc:docMk/>
            <pc:sldMk cId="3893781267" sldId="314"/>
            <ac:picMk id="5" creationId="{0098D92F-02D5-4B5F-922D-21E14B1C5037}"/>
          </ac:picMkLst>
        </pc:picChg>
        <pc:picChg chg="add del mod">
          <ac:chgData name="Zoran Dumančić" userId="70f12f27-58fe-414c-89aa-9264ee582611" providerId="ADAL" clId="{61EE5CE1-04DF-4DCC-B9DC-5F19BB8D64D3}" dt="2021-11-03T14:54:52.489" v="603" actId="478"/>
          <ac:picMkLst>
            <pc:docMk/>
            <pc:sldMk cId="3893781267" sldId="314"/>
            <ac:picMk id="6" creationId="{362439CC-90A4-4661-B3DB-EB08E6870757}"/>
          </ac:picMkLst>
        </pc:picChg>
        <pc:picChg chg="add mod topLvl">
          <ac:chgData name="Zoran Dumančić" userId="70f12f27-58fe-414c-89aa-9264ee582611" providerId="ADAL" clId="{61EE5CE1-04DF-4DCC-B9DC-5F19BB8D64D3}" dt="2021-11-03T15:00:45.015" v="823" actId="164"/>
          <ac:picMkLst>
            <pc:docMk/>
            <pc:sldMk cId="3893781267" sldId="314"/>
            <ac:picMk id="7" creationId="{5D70FF40-CFFC-4A6F-B348-EC1D68F88472}"/>
          </ac:picMkLst>
        </pc:picChg>
        <pc:picChg chg="add mod modCrop">
          <ac:chgData name="Zoran Dumančić" userId="70f12f27-58fe-414c-89aa-9264ee582611" providerId="ADAL" clId="{61EE5CE1-04DF-4DCC-B9DC-5F19BB8D64D3}" dt="2021-11-03T15:00:45.015" v="823" actId="164"/>
          <ac:picMkLst>
            <pc:docMk/>
            <pc:sldMk cId="3893781267" sldId="314"/>
            <ac:picMk id="9" creationId="{AC258AD5-69C9-4886-B8B2-53CFBC48E796}"/>
          </ac:picMkLst>
        </pc:picChg>
        <pc:picChg chg="add mod">
          <ac:chgData name="Zoran Dumančić" userId="70f12f27-58fe-414c-89aa-9264ee582611" providerId="ADAL" clId="{61EE5CE1-04DF-4DCC-B9DC-5F19BB8D64D3}" dt="2021-11-03T15:01:43.672" v="830"/>
          <ac:picMkLst>
            <pc:docMk/>
            <pc:sldMk cId="3893781267" sldId="314"/>
            <ac:picMk id="11" creationId="{86BA19C4-CA98-4565-B286-96144A33F6C6}"/>
          </ac:picMkLst>
        </pc:picChg>
      </pc:sldChg>
      <pc:sldChg chg="addSp delSp modSp add mod modAnim">
        <pc:chgData name="Zoran Dumančić" userId="70f12f27-58fe-414c-89aa-9264ee582611" providerId="ADAL" clId="{61EE5CE1-04DF-4DCC-B9DC-5F19BB8D64D3}" dt="2021-11-03T15:09:53.598" v="912" actId="1076"/>
        <pc:sldMkLst>
          <pc:docMk/>
          <pc:sldMk cId="511621531" sldId="315"/>
        </pc:sldMkLst>
        <pc:spChg chg="mod">
          <ac:chgData name="Zoran Dumančić" userId="70f12f27-58fe-414c-89aa-9264ee582611" providerId="ADAL" clId="{61EE5CE1-04DF-4DCC-B9DC-5F19BB8D64D3}" dt="2021-11-03T15:08:54.510" v="883" actId="20577"/>
          <ac:spMkLst>
            <pc:docMk/>
            <pc:sldMk cId="511621531" sldId="315"/>
            <ac:spMk id="3" creationId="{00000000-0000-0000-0000-000000000000}"/>
          </ac:spMkLst>
        </pc:spChg>
        <pc:grpChg chg="del">
          <ac:chgData name="Zoran Dumančić" userId="70f12f27-58fe-414c-89aa-9264ee582611" providerId="ADAL" clId="{61EE5CE1-04DF-4DCC-B9DC-5F19BB8D64D3}" dt="2021-11-03T15:05:22.015" v="844" actId="478"/>
          <ac:grpSpMkLst>
            <pc:docMk/>
            <pc:sldMk cId="511621531" sldId="315"/>
            <ac:grpSpMk id="10" creationId="{5B32EB09-3B64-431F-B996-08867BEB4B8D}"/>
          </ac:grpSpMkLst>
        </pc:grpChg>
        <pc:picChg chg="add mod modCrop">
          <ac:chgData name="Zoran Dumančić" userId="70f12f27-58fe-414c-89aa-9264ee582611" providerId="ADAL" clId="{61EE5CE1-04DF-4DCC-B9DC-5F19BB8D64D3}" dt="2021-11-03T15:09:45.159" v="901" actId="1076"/>
          <ac:picMkLst>
            <pc:docMk/>
            <pc:sldMk cId="511621531" sldId="315"/>
            <ac:picMk id="8" creationId="{C574411F-76E5-4BF3-AC41-0FA1E6CA42A3}"/>
          </ac:picMkLst>
        </pc:picChg>
        <pc:picChg chg="add mod modCrop">
          <ac:chgData name="Zoran Dumančić" userId="70f12f27-58fe-414c-89aa-9264ee582611" providerId="ADAL" clId="{61EE5CE1-04DF-4DCC-B9DC-5F19BB8D64D3}" dt="2021-11-03T15:09:53.598" v="912" actId="1076"/>
          <ac:picMkLst>
            <pc:docMk/>
            <pc:sldMk cId="511621531" sldId="315"/>
            <ac:picMk id="11" creationId="{D073EA64-2AB5-4962-9056-541724989C18}"/>
          </ac:picMkLst>
        </pc:picChg>
      </pc:sldChg>
      <pc:sldChg chg="addSp delSp modSp add mod modAnim">
        <pc:chgData name="Zoran Dumančić" userId="70f12f27-58fe-414c-89aa-9264ee582611" providerId="ADAL" clId="{61EE5CE1-04DF-4DCC-B9DC-5F19BB8D64D3}" dt="2021-11-03T15:34:41.154" v="1465" actId="1076"/>
        <pc:sldMkLst>
          <pc:docMk/>
          <pc:sldMk cId="2644834021" sldId="316"/>
        </pc:sldMkLst>
        <pc:spChg chg="mod">
          <ac:chgData name="Zoran Dumančić" userId="70f12f27-58fe-414c-89aa-9264ee582611" providerId="ADAL" clId="{61EE5CE1-04DF-4DCC-B9DC-5F19BB8D64D3}" dt="2021-11-03T15:11:40.535" v="925" actId="20577"/>
          <ac:spMkLst>
            <pc:docMk/>
            <pc:sldMk cId="2644834021" sldId="316"/>
            <ac:spMk id="2" creationId="{00000000-0000-0000-0000-000000000000}"/>
          </ac:spMkLst>
        </pc:spChg>
        <pc:spChg chg="mod">
          <ac:chgData name="Zoran Dumančić" userId="70f12f27-58fe-414c-89aa-9264ee582611" providerId="ADAL" clId="{61EE5CE1-04DF-4DCC-B9DC-5F19BB8D64D3}" dt="2021-11-03T15:34:32.634" v="1463" actId="14100"/>
          <ac:spMkLst>
            <pc:docMk/>
            <pc:sldMk cId="2644834021" sldId="316"/>
            <ac:spMk id="3" creationId="{00000000-0000-0000-0000-000000000000}"/>
          </ac:spMkLst>
        </pc:spChg>
        <pc:picChg chg="add del mod">
          <ac:chgData name="Zoran Dumančić" userId="70f12f27-58fe-414c-89aa-9264ee582611" providerId="ADAL" clId="{61EE5CE1-04DF-4DCC-B9DC-5F19BB8D64D3}" dt="2021-11-03T15:27:06.919" v="1353" actId="478"/>
          <ac:picMkLst>
            <pc:docMk/>
            <pc:sldMk cId="2644834021" sldId="316"/>
            <ac:picMk id="4" creationId="{582A787B-B481-49BB-A072-123ED912F801}"/>
          </ac:picMkLst>
        </pc:picChg>
        <pc:picChg chg="add del mod">
          <ac:chgData name="Zoran Dumančić" userId="70f12f27-58fe-414c-89aa-9264ee582611" providerId="ADAL" clId="{61EE5CE1-04DF-4DCC-B9DC-5F19BB8D64D3}" dt="2021-11-03T15:25:40.581" v="1323" actId="478"/>
          <ac:picMkLst>
            <pc:docMk/>
            <pc:sldMk cId="2644834021" sldId="316"/>
            <ac:picMk id="5" creationId="{963D9F44-57C5-4AD4-9D1B-490CA0281C9D}"/>
          </ac:picMkLst>
        </pc:picChg>
        <pc:picChg chg="add mod modCrop">
          <ac:chgData name="Zoran Dumančić" userId="70f12f27-58fe-414c-89aa-9264ee582611" providerId="ADAL" clId="{61EE5CE1-04DF-4DCC-B9DC-5F19BB8D64D3}" dt="2021-11-03T15:34:41.154" v="1465" actId="1076"/>
          <ac:picMkLst>
            <pc:docMk/>
            <pc:sldMk cId="2644834021" sldId="316"/>
            <ac:picMk id="6" creationId="{8C83AC10-5E02-4F47-972B-CF97B72CE378}"/>
          </ac:picMkLst>
        </pc:picChg>
      </pc:sldChg>
      <pc:sldChg chg="delSp modSp add mod modAnim">
        <pc:chgData name="Zoran Dumančić" userId="70f12f27-58fe-414c-89aa-9264ee582611" providerId="ADAL" clId="{61EE5CE1-04DF-4DCC-B9DC-5F19BB8D64D3}" dt="2021-11-03T15:36:13.499" v="1481" actId="1076"/>
        <pc:sldMkLst>
          <pc:docMk/>
          <pc:sldMk cId="1460742647" sldId="317"/>
        </pc:sldMkLst>
        <pc:spChg chg="mod">
          <ac:chgData name="Zoran Dumančić" userId="70f12f27-58fe-414c-89aa-9264ee582611" providerId="ADAL" clId="{61EE5CE1-04DF-4DCC-B9DC-5F19BB8D64D3}" dt="2021-11-03T15:36:07.519" v="1479" actId="255"/>
          <ac:spMkLst>
            <pc:docMk/>
            <pc:sldMk cId="1460742647" sldId="317"/>
            <ac:spMk id="3" creationId="{00000000-0000-0000-0000-000000000000}"/>
          </ac:spMkLst>
        </pc:spChg>
        <pc:picChg chg="del">
          <ac:chgData name="Zoran Dumančić" userId="70f12f27-58fe-414c-89aa-9264ee582611" providerId="ADAL" clId="{61EE5CE1-04DF-4DCC-B9DC-5F19BB8D64D3}" dt="2021-11-03T15:35:48.192" v="1476" actId="478"/>
          <ac:picMkLst>
            <pc:docMk/>
            <pc:sldMk cId="1460742647" sldId="317"/>
            <ac:picMk id="4" creationId="{582A787B-B481-49BB-A072-123ED912F801}"/>
          </ac:picMkLst>
        </pc:picChg>
        <pc:picChg chg="mod">
          <ac:chgData name="Zoran Dumančić" userId="70f12f27-58fe-414c-89aa-9264ee582611" providerId="ADAL" clId="{61EE5CE1-04DF-4DCC-B9DC-5F19BB8D64D3}" dt="2021-11-03T15:36:13.499" v="1481" actId="1076"/>
          <ac:picMkLst>
            <pc:docMk/>
            <pc:sldMk cId="1460742647" sldId="317"/>
            <ac:picMk id="5" creationId="{963D9F44-57C5-4AD4-9D1B-490CA0281C9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769" cy="4796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4431" y="0"/>
            <a:ext cx="3169070" cy="4796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072"/>
            <a:ext cx="3170769" cy="4796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4431" y="9120072"/>
            <a:ext cx="3169070" cy="4796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2188" cy="3602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38685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7901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2183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6728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19876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8241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17734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8119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21449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15367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32340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80607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66907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94278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08792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0375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21124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959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03393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5719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04050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14611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356719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603401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226704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576089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24319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87367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87367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79010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873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t>5.10.2025.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dNInnvmRivI" TargetMode="External"/><Relationship Id="rId3" Type="http://schemas.openxmlformats.org/officeDocument/2006/relationships/hyperlink" Target="https://www.youtube.com/watch?v=_dxuTm495h4" TargetMode="External"/><Relationship Id="rId7" Type="http://schemas.openxmlformats.org/officeDocument/2006/relationships/hyperlink" Target="https://www.youtube.com/watch?v=AmHOxWBYGaA" TargetMode="External"/><Relationship Id="rId2" Type="http://schemas.openxmlformats.org/officeDocument/2006/relationships/hyperlink" Target="https://www.youtube.com/watch?v=vv4y_uOneC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fWM-a3onIOk" TargetMode="External"/><Relationship Id="rId5" Type="http://schemas.openxmlformats.org/officeDocument/2006/relationships/hyperlink" Target="https://www.youtube.com/watch?v=RGVrn4Z02qY" TargetMode="External"/><Relationship Id="rId10" Type="http://schemas.openxmlformats.org/officeDocument/2006/relationships/hyperlink" Target="https://www.youtube.com/watch?v=hRr20m10NLw" TargetMode="External"/><Relationship Id="rId4" Type="http://schemas.openxmlformats.org/officeDocument/2006/relationships/hyperlink" Target="https://www.youtube.com/watch?v=-wzL3jcky-g" TargetMode="External"/><Relationship Id="rId9" Type="http://schemas.openxmlformats.org/officeDocument/2006/relationships/hyperlink" Target="https://www.youtube.com/watch?v=0b3h7CdJRpQ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794" y="3789040"/>
            <a:ext cx="6858000" cy="990600"/>
          </a:xfrm>
        </p:spPr>
        <p:txBody>
          <a:bodyPr>
            <a:noAutofit/>
          </a:bodyPr>
          <a:lstStyle/>
          <a:p>
            <a:r>
              <a:rPr lang="hr-HR" sz="3600" dirty="0">
                <a:solidFill>
                  <a:schemeClr val="hlink"/>
                </a:solidFill>
              </a:rPr>
              <a:t>OSI model podatkovne komunikacije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/>
              <a:t>Uvod u računalne </a:t>
            </a:r>
            <a:r>
              <a:rPr lang="hr-HR" dirty="0"/>
              <a:t>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OSI</a:t>
            </a:r>
            <a:r>
              <a:rPr lang="hr-HR" dirty="0"/>
              <a:t> </a:t>
            </a:r>
            <a:r>
              <a:rPr lang="hr-HR" dirty="0">
                <a:solidFill>
                  <a:schemeClr val="hlink"/>
                </a:solidFill>
                <a:latin typeface="Arial" charset="0"/>
              </a:rP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954216"/>
          </a:xfrm>
        </p:spPr>
        <p:txBody>
          <a:bodyPr>
            <a:normAutofit fontScale="55000" lnSpcReduction="20000"/>
          </a:bodyPr>
          <a:lstStyle/>
          <a:p>
            <a:r>
              <a:rPr lang="hr-HR" sz="4400" dirty="0">
                <a:latin typeface="Calibri" pitchFamily="34" charset="0"/>
                <a:cs typeface="Calibri" pitchFamily="34" charset="0"/>
              </a:rPr>
              <a:t>1984. godine </a:t>
            </a:r>
            <a:r>
              <a:rPr lang="hr-HR" sz="4400" b="1" dirty="0">
                <a:latin typeface="Calibri" pitchFamily="34" charset="0"/>
                <a:cs typeface="Calibri" pitchFamily="34" charset="0"/>
              </a:rPr>
              <a:t>ISO – International Standard Organization </a:t>
            </a:r>
            <a:r>
              <a:rPr lang="hr-HR" sz="4400" dirty="0">
                <a:latin typeface="Calibri" pitchFamily="34" charset="0"/>
                <a:cs typeface="Calibri" pitchFamily="34" charset="0"/>
              </a:rPr>
              <a:t>formulira jedinstveni standard za podatkovne mreže koji se naziva </a:t>
            </a:r>
            <a:r>
              <a:rPr lang="hr-HR" sz="4400" b="1" dirty="0">
                <a:latin typeface="Calibri" pitchFamily="34" charset="0"/>
                <a:cs typeface="Calibri" pitchFamily="34" charset="0"/>
              </a:rPr>
              <a:t>OSI – Open System Interconnection </a:t>
            </a:r>
          </a:p>
          <a:p>
            <a:endParaRPr lang="hr-HR" sz="1800" dirty="0">
              <a:latin typeface="Calibri" pitchFamily="34" charset="0"/>
              <a:cs typeface="Calibri" pitchFamily="34" charset="0"/>
            </a:endParaRPr>
          </a:p>
          <a:p>
            <a:r>
              <a:rPr lang="hr-HR" sz="4400" dirty="0">
                <a:latin typeface="Calibri" pitchFamily="34" charset="0"/>
                <a:cs typeface="Calibri" pitchFamily="34" charset="0"/>
              </a:rPr>
              <a:t>Cilj: standardizirati različite vrste i tipove podatkovnih (računalnih) mreža čiji je broj vrtoglavo rastao</a:t>
            </a:r>
          </a:p>
          <a:p>
            <a:endParaRPr lang="hr-HR" sz="1800" dirty="0">
              <a:latin typeface="Calibri" pitchFamily="34" charset="0"/>
              <a:cs typeface="Calibri" pitchFamily="34" charset="0"/>
            </a:endParaRPr>
          </a:p>
          <a:p>
            <a:r>
              <a:rPr lang="hr-HR" sz="4400" dirty="0">
                <a:latin typeface="Calibri" pitchFamily="34" charset="0"/>
                <a:cs typeface="Calibri" pitchFamily="34" charset="0"/>
              </a:rPr>
              <a:t>Iz standarda proizlazi referentni OSI model  – skup smjernica kojeg se svi trebaju pridržavati da bi različite mreže bile kompatibilne</a:t>
            </a:r>
          </a:p>
          <a:p>
            <a:endParaRPr lang="hr-HR" sz="1800" dirty="0">
              <a:latin typeface="Calibri" pitchFamily="34" charset="0"/>
              <a:cs typeface="Calibri" pitchFamily="34" charset="0"/>
            </a:endParaRPr>
          </a:p>
          <a:p>
            <a:r>
              <a:rPr lang="hr-HR" sz="4400" dirty="0">
                <a:latin typeface="Calibri" pitchFamily="34" charset="0"/>
                <a:cs typeface="Calibri" pitchFamily="34" charset="0"/>
              </a:rPr>
              <a:t>OSI model je podjeljen u sedam slojeva, gdje svaki sloj opisuje skup povezanih funkcija koje omogućuju jedan dio računalne komunikacije. </a:t>
            </a:r>
          </a:p>
          <a:p>
            <a:endParaRPr lang="hr-HR" sz="1800" dirty="0">
              <a:latin typeface="Calibri" pitchFamily="34" charset="0"/>
              <a:cs typeface="Calibri" pitchFamily="34" charset="0"/>
            </a:endParaRPr>
          </a:p>
          <a:p>
            <a:r>
              <a:rPr lang="hr-HR" sz="4400" dirty="0">
                <a:latin typeface="Calibri" pitchFamily="34" charset="0"/>
                <a:cs typeface="Calibri" pitchFamily="34" charset="0"/>
              </a:rPr>
              <a:t>Svih sedam slojeva zajedno, prikazuju tok podataka od izvora prema odredištu.</a:t>
            </a:r>
          </a:p>
          <a:p>
            <a:endParaRPr lang="hr-HR" sz="36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379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OSI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9672" y="1484784"/>
            <a:ext cx="2232248" cy="5040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Aplikacijski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9672" y="2132856"/>
            <a:ext cx="2232248" cy="50405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Prezentacijski sloj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9672" y="2780928"/>
            <a:ext cx="2232248" cy="50405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Sloj sesije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9672" y="3429000"/>
            <a:ext cx="2232248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Transportni sloj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9672" y="4077072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Mrežni sloj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9672" y="4725144"/>
            <a:ext cx="2232248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podatkovne veze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9672" y="5373216"/>
            <a:ext cx="2232248" cy="50405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Fizički sloj</a:t>
            </a:r>
          </a:p>
        </p:txBody>
      </p:sp>
      <p:sp>
        <p:nvSpPr>
          <p:cNvPr id="2" name="Right Brace 1"/>
          <p:cNvSpPr/>
          <p:nvPr/>
        </p:nvSpPr>
        <p:spPr>
          <a:xfrm>
            <a:off x="3995936" y="1484784"/>
            <a:ext cx="288032" cy="24482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" name="Right Brace 2"/>
          <p:cNvSpPr/>
          <p:nvPr/>
        </p:nvSpPr>
        <p:spPr>
          <a:xfrm>
            <a:off x="3995936" y="4077072"/>
            <a:ext cx="288032" cy="1800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TextBox 4"/>
          <p:cNvSpPr txBox="1"/>
          <p:nvPr/>
        </p:nvSpPr>
        <p:spPr>
          <a:xfrm>
            <a:off x="4355976" y="2596262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Viši slojevi - </a:t>
            </a:r>
            <a:r>
              <a:rPr lang="hr-HR" dirty="0">
                <a:latin typeface="Calibri" pitchFamily="34" charset="0"/>
                <a:cs typeface="Calibri" pitchFamily="34" charset="0"/>
              </a:rPr>
              <a:t>obrađuju informaciju</a:t>
            </a:r>
          </a:p>
          <a:p>
            <a:endParaRPr lang="hr-HR" dirty="0"/>
          </a:p>
        </p:txBody>
      </p:sp>
      <p:sp>
        <p:nvSpPr>
          <p:cNvPr id="16" name="TextBox 15"/>
          <p:cNvSpPr txBox="1"/>
          <p:nvPr/>
        </p:nvSpPr>
        <p:spPr>
          <a:xfrm>
            <a:off x="4355976" y="4787860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Niži slojevi - </a:t>
            </a:r>
            <a:r>
              <a:rPr lang="hr-HR" dirty="0">
                <a:latin typeface="Calibri" pitchFamily="34" charset="0"/>
                <a:cs typeface="Calibri" pitchFamily="34" charset="0"/>
              </a:rPr>
              <a:t>obrađuju podatke i signale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9518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" grpId="0" animBg="1"/>
      <p:bldP spid="3" grpId="0" animBg="1"/>
      <p:bldP spid="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7.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Aplikacijski sloj (Application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 lnSpcReduction="10000"/>
          </a:bodyPr>
          <a:lstStyle/>
          <a:p>
            <a:pPr marL="273050" lvl="1" indent="-273050"/>
            <a:r>
              <a:rPr lang="vi-VN" sz="2900" dirty="0">
                <a:latin typeface="Calibri" pitchFamily="34" charset="0"/>
                <a:cs typeface="Calibri" pitchFamily="34" charset="0"/>
              </a:rPr>
              <a:t>pruža usluge mrežnim aplikacijama pomoću protokola za obavljanje korisničkih aktivnosti poput surfanja internetom, slanja e-pošt</a:t>
            </a:r>
            <a:r>
              <a:rPr lang="hr-HR" sz="2900" dirty="0">
                <a:latin typeface="Calibri" pitchFamily="34" charset="0"/>
                <a:cs typeface="Calibri" pitchFamily="34" charset="0"/>
              </a:rPr>
              <a:t>e, </a:t>
            </a:r>
            <a:r>
              <a:rPr lang="vi-VN" sz="2900" dirty="0">
                <a:latin typeface="Calibri" pitchFamily="34" charset="0"/>
                <a:cs typeface="Calibri" pitchFamily="34" charset="0"/>
              </a:rPr>
              <a:t>virtualnih terminala</a:t>
            </a:r>
            <a:r>
              <a:rPr lang="hr-HR" sz="2900" dirty="0">
                <a:latin typeface="Calibri" pitchFamily="34" charset="0"/>
                <a:cs typeface="Calibri" pitchFamily="34" charset="0"/>
              </a:rPr>
              <a:t> (FTP, HTTP/S, SMTP, Telnet)</a:t>
            </a:r>
          </a:p>
          <a:p>
            <a:pPr marL="273050" lvl="1" indent="-273050"/>
            <a:r>
              <a:rPr lang="hr-HR" sz="2900" dirty="0">
                <a:latin typeface="Calibri" pitchFamily="34" charset="0"/>
                <a:cs typeface="Calibri" pitchFamily="34" charset="0"/>
              </a:rPr>
              <a:t>ne pruža usluge krajnjem korisniku, </a:t>
            </a:r>
          </a:p>
          <a:p>
            <a:pPr marL="273050" lvl="1" indent="-273050"/>
            <a:r>
              <a:rPr lang="vi-VN" sz="2900" dirty="0">
                <a:latin typeface="Calibri" pitchFamily="34" charset="0"/>
                <a:cs typeface="Calibri" pitchFamily="34" charset="0"/>
              </a:rPr>
              <a:t>OSI model </a:t>
            </a:r>
            <a:r>
              <a:rPr lang="hr-HR" sz="2900" dirty="0">
                <a:latin typeface="Calibri" pitchFamily="34" charset="0"/>
                <a:cs typeface="Calibri" pitchFamily="34" charset="0"/>
              </a:rPr>
              <a:t>općenito </a:t>
            </a:r>
            <a:r>
              <a:rPr lang="vi-VN" sz="2900" dirty="0">
                <a:latin typeface="Calibri" pitchFamily="34" charset="0"/>
                <a:cs typeface="Calibri" pitchFamily="34" charset="0"/>
              </a:rPr>
              <a:t>ne opisuje sučelja prema korisniku.</a:t>
            </a:r>
            <a:endParaRPr lang="hr-HR" sz="2900" dirty="0">
              <a:latin typeface="Calibri" pitchFamily="34" charset="0"/>
              <a:cs typeface="Calibri" pitchFamily="34" charset="0"/>
            </a:endParaRPr>
          </a:p>
          <a:p>
            <a:pPr marL="273050" lvl="1" indent="-273050"/>
            <a:r>
              <a:rPr lang="hr-HR" sz="2900" dirty="0">
                <a:latin typeface="Calibri" pitchFamily="34" charset="0"/>
                <a:cs typeface="Calibri" pitchFamily="34" charset="0"/>
              </a:rPr>
              <a:t>Npr.: Web preglednici (Google Chrome, Firefox,…) su aplikacije na računalu. Ne nalaze se u aplikacijskom  sloju, ali koriste protokole aplikacijskog sloja (HTTP ili </a:t>
            </a:r>
            <a:r>
              <a:rPr lang="hr-HR" sz="2900" dirty="0" err="1">
                <a:latin typeface="Calibri" pitchFamily="34" charset="0"/>
                <a:cs typeface="Calibri" pitchFamily="34" charset="0"/>
              </a:rPr>
              <a:t>HTTPs</a:t>
            </a:r>
            <a:r>
              <a:rPr lang="hr-HR" sz="2900" dirty="0">
                <a:latin typeface="Calibri" pitchFamily="34" charset="0"/>
                <a:cs typeface="Calibri" pitchFamily="34" charset="0"/>
              </a:rPr>
              <a:t>)</a:t>
            </a:r>
            <a:endParaRPr lang="vi-VN" sz="2900" dirty="0">
              <a:latin typeface="Calibri" pitchFamily="34" charset="0"/>
              <a:cs typeface="Calibri" pitchFamily="34" charset="0"/>
            </a:endParaRPr>
          </a:p>
          <a:p>
            <a:pPr lvl="1"/>
            <a:endParaRPr lang="vi-VN" sz="2800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7593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7.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Aplikacijski sloj (Application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hr-HR" sz="2900" dirty="0">
                <a:latin typeface="Calibri" pitchFamily="34" charset="0"/>
                <a:cs typeface="Calibri" pitchFamily="34" charset="0"/>
              </a:rPr>
              <a:t>…</a:t>
            </a:r>
            <a:r>
              <a:rPr lang="vi-VN" sz="2900" dirty="0">
                <a:latin typeface="Calibri" pitchFamily="34" charset="0"/>
                <a:cs typeface="Calibri" pitchFamily="34" charset="0"/>
              </a:rPr>
              <a:t>pruža usluge mrežnim aplikacijama pomoću protokola</a:t>
            </a:r>
            <a:endParaRPr lang="vi-VN" sz="2800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</p:txBody>
      </p:sp>
      <p:pic>
        <p:nvPicPr>
          <p:cNvPr id="4" name="Slika 10">
            <a:extLst>
              <a:ext uri="{FF2B5EF4-FFF2-40B4-BE49-F238E27FC236}">
                <a16:creationId xmlns:a16="http://schemas.microsoft.com/office/drawing/2014/main" id="{60BDA1B0-096A-42A0-8F63-D95078E92D7B}"/>
              </a:ext>
            </a:extLst>
          </p:cNvPr>
          <p:cNvPicPr/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1" t="7608"/>
          <a:stretch/>
        </p:blipFill>
        <p:spPr bwMode="auto">
          <a:xfrm>
            <a:off x="755576" y="1916832"/>
            <a:ext cx="7992888" cy="46650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6721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6.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Prezentacijski sloj (Presentation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219200"/>
            <a:ext cx="8856984" cy="5090120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hr-HR" dirty="0"/>
              <a:t>Prezentacijski sloj prima podatke s aplikacijskog sloja, 3 funkcije:</a:t>
            </a:r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pPr lvl="2">
              <a:spcBef>
                <a:spcPts val="600"/>
              </a:spcBef>
            </a:pPr>
            <a:r>
              <a:rPr lang="hr-HR" sz="2500" b="1" dirty="0">
                <a:latin typeface="Calibri" pitchFamily="34" charset="0"/>
                <a:cs typeface="Calibri" pitchFamily="34" charset="0"/>
              </a:rPr>
              <a:t>Translacija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: postupak pretvaranja podataka koji su u obliku znakova i brojeva u binarni format prilagođen računalima. Npr. pretvara iz ASCII u EBCDIC kod</a:t>
            </a:r>
          </a:p>
          <a:p>
            <a:pPr lvl="2">
              <a:spcBef>
                <a:spcPts val="600"/>
              </a:spcBef>
            </a:pPr>
            <a:r>
              <a:rPr lang="hr-HR" sz="2500" b="1" dirty="0">
                <a:latin typeface="Calibri" pitchFamily="34" charset="0"/>
                <a:cs typeface="Calibri" pitchFamily="34" charset="0"/>
              </a:rPr>
              <a:t>Kompresija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: smanjuje se broj bitova koji se koriste za predstavljanje izvornih podataka</a:t>
            </a:r>
          </a:p>
          <a:p>
            <a:pPr lvl="3">
              <a:spcBef>
                <a:spcPts val="600"/>
              </a:spcBef>
            </a:pPr>
            <a:r>
              <a:rPr lang="hr-HR" sz="2300" dirty="0" err="1">
                <a:latin typeface="Calibri" pitchFamily="34" charset="0"/>
                <a:cs typeface="Calibri" pitchFamily="34" charset="0"/>
              </a:rPr>
              <a:t>Lossy</a:t>
            </a:r>
            <a:endParaRPr lang="hr-HR" sz="2300" dirty="0">
              <a:latin typeface="Calibri" pitchFamily="34" charset="0"/>
              <a:cs typeface="Calibri" pitchFamily="34" charset="0"/>
            </a:endParaRPr>
          </a:p>
          <a:p>
            <a:pPr lvl="3">
              <a:spcBef>
                <a:spcPts val="600"/>
              </a:spcBef>
            </a:pPr>
            <a:r>
              <a:rPr lang="hr-HR" sz="2300" dirty="0" err="1">
                <a:latin typeface="Calibri" pitchFamily="34" charset="0"/>
                <a:cs typeface="Calibri" pitchFamily="34" charset="0"/>
              </a:rPr>
              <a:t>Lossless</a:t>
            </a:r>
            <a:endParaRPr lang="hr-HR" sz="2300" dirty="0">
              <a:latin typeface="Calibri" pitchFamily="34" charset="0"/>
              <a:cs typeface="Calibri" pitchFamily="34" charset="0"/>
            </a:endParaRPr>
          </a:p>
          <a:p>
            <a:pPr lvl="2">
              <a:spcBef>
                <a:spcPts val="600"/>
              </a:spcBef>
            </a:pPr>
            <a:r>
              <a:rPr lang="hr-HR" sz="2500" b="1" dirty="0">
                <a:latin typeface="Calibri" pitchFamily="34" charset="0"/>
                <a:cs typeface="Calibri" pitchFamily="34" charset="0"/>
              </a:rPr>
              <a:t>Enkripcija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: povećava sigurnost osjetljivih podataka. Na strani pošiljatelja se podaci šifriraju, a na strani primatelja podaci se dešifriraju. Npr. SSL protokol (Secure </a:t>
            </a:r>
            <a:r>
              <a:rPr lang="hr-HR" sz="2500" dirty="0" err="1">
                <a:latin typeface="Calibri" pitchFamily="34" charset="0"/>
                <a:cs typeface="Calibri" pitchFamily="34" charset="0"/>
              </a:rPr>
              <a:t>Sockets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500" dirty="0" err="1">
                <a:latin typeface="Calibri" pitchFamily="34" charset="0"/>
                <a:cs typeface="Calibri" pitchFamily="34" charset="0"/>
              </a:rPr>
              <a:t>Layer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) koristi se u prezentacijskom sloju za šifriranje i dešifriranje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6661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6.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Prezentacijski sloj (Presentation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219200"/>
            <a:ext cx="8856984" cy="5090120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hr-HR" dirty="0"/>
              <a:t>3 funkcije: </a:t>
            </a:r>
            <a:r>
              <a:rPr lang="hr-HR" sz="2500" b="1" dirty="0">
                <a:latin typeface="Calibri" pitchFamily="34" charset="0"/>
                <a:cs typeface="Calibri" pitchFamily="34" charset="0"/>
              </a:rPr>
              <a:t>translacija, kompresija (</a:t>
            </a:r>
            <a:r>
              <a:rPr lang="hr-HR" sz="2300" dirty="0" err="1">
                <a:latin typeface="Calibri" pitchFamily="34" charset="0"/>
                <a:cs typeface="Calibri" pitchFamily="34" charset="0"/>
              </a:rPr>
              <a:t>Lossy</a:t>
            </a:r>
            <a:r>
              <a:rPr lang="hr-HR" sz="2300" dirty="0">
                <a:latin typeface="Calibri" pitchFamily="34" charset="0"/>
                <a:cs typeface="Calibri" pitchFamily="34" charset="0"/>
              </a:rPr>
              <a:t>, </a:t>
            </a:r>
            <a:r>
              <a:rPr lang="hr-HR" sz="2300" dirty="0" err="1">
                <a:latin typeface="Calibri" pitchFamily="34" charset="0"/>
                <a:cs typeface="Calibri" pitchFamily="34" charset="0"/>
              </a:rPr>
              <a:t>Lossless</a:t>
            </a:r>
            <a:r>
              <a:rPr lang="hr-HR" sz="2300" dirty="0">
                <a:latin typeface="Calibri" pitchFamily="34" charset="0"/>
                <a:cs typeface="Calibri" pitchFamily="34" charset="0"/>
              </a:rPr>
              <a:t>), </a:t>
            </a:r>
            <a:r>
              <a:rPr lang="hr-HR" sz="2500" b="1" dirty="0">
                <a:latin typeface="Calibri" pitchFamily="34" charset="0"/>
                <a:cs typeface="Calibri" pitchFamily="34" charset="0"/>
              </a:rPr>
              <a:t>Enkripcija</a:t>
            </a:r>
            <a:endParaRPr lang="hr-HR" sz="25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Slika 27">
            <a:extLst>
              <a:ext uri="{FF2B5EF4-FFF2-40B4-BE49-F238E27FC236}">
                <a16:creationId xmlns:a16="http://schemas.microsoft.com/office/drawing/2014/main" id="{DC7E4ACA-C6CB-42B2-9DEA-52E246642FA5}"/>
              </a:ext>
            </a:extLst>
          </p:cNvPr>
          <p:cNvPicPr/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43"/>
          <a:stretch/>
        </p:blipFill>
        <p:spPr>
          <a:xfrm>
            <a:off x="287524" y="1700808"/>
            <a:ext cx="8568952" cy="442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5.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Sesijski sloj (Session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219200"/>
            <a:ext cx="8928992" cy="5486400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P</a:t>
            </a:r>
            <a:r>
              <a:rPr lang="vi-VN" sz="2100" dirty="0">
                <a:latin typeface="Calibri" pitchFamily="34" charset="0"/>
                <a:cs typeface="Calibri" pitchFamily="34" charset="0"/>
              </a:rPr>
              <a:t>omaže u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 uspostavljanju, sinkronizaciji</a:t>
            </a:r>
            <a:r>
              <a:rPr lang="vi-VN" sz="2100" dirty="0">
                <a:latin typeface="Calibri" pitchFamily="34" charset="0"/>
                <a:cs typeface="Calibri" pitchFamily="34" charset="0"/>
              </a:rPr>
              <a:t> i upravljanju veza koje omogućuju slanje i primanje podataka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, te </a:t>
            </a:r>
            <a:r>
              <a:rPr lang="vi-VN" sz="2100" dirty="0">
                <a:latin typeface="Calibri" pitchFamily="34" charset="0"/>
                <a:cs typeface="Calibri" pitchFamily="34" charset="0"/>
              </a:rPr>
              <a:t>prekida veza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 (</a:t>
            </a:r>
            <a:r>
              <a:rPr lang="vi-VN" sz="2100" dirty="0">
                <a:latin typeface="Calibri" pitchFamily="34" charset="0"/>
                <a:cs typeface="Calibri" pitchFamily="34" charset="0"/>
              </a:rPr>
              <a:t>sesij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a) po završetku komunikacije</a:t>
            </a:r>
          </a:p>
          <a:p>
            <a:pPr marL="360363" lvl="1" indent="-360363"/>
            <a:r>
              <a:rPr lang="hr-HR" sz="2100" b="1" dirty="0">
                <a:latin typeface="Calibri" pitchFamily="34" charset="0"/>
                <a:cs typeface="Calibri" pitchFamily="34" charset="0"/>
              </a:rPr>
              <a:t>Autentifikacija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: postupak kojim se utvrđuje tko želi pristup podacima. Za to, poslužitelj koristi korisničko ime i lozinku. Ako se upisano korisničko ime i lozinka podudaraju, uspostavlja se sesija (veza) između vašeg računala i poslužitelja</a:t>
            </a:r>
          </a:p>
          <a:p>
            <a:pPr marL="360363" lvl="1" indent="-360363"/>
            <a:r>
              <a:rPr lang="hr-HR" sz="2100" b="1" dirty="0">
                <a:latin typeface="Calibri" pitchFamily="34" charset="0"/>
                <a:cs typeface="Calibri" pitchFamily="34" charset="0"/>
              </a:rPr>
              <a:t>Autorizacija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: postupak koji poslužitelj koristi kako bi utvrdio ima li korisnik dozvolu za pristup datoteci. </a:t>
            </a:r>
          </a:p>
          <a:p>
            <a:pPr marL="360363" lvl="1" indent="-360363"/>
            <a:r>
              <a:rPr lang="hr-HR" sz="2100" b="1" dirty="0">
                <a:latin typeface="Calibri" pitchFamily="34" charset="0"/>
                <a:cs typeface="Calibri" pitchFamily="34" charset="0"/>
              </a:rPr>
              <a:t>Upravljanje sesijama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: prati zapis preuzetih datoteka. Npr. web stranica sadrži tekst, slike itd. Tekst i slike se spremaju kao zasebne datoteke na web poslužitelju. Kada zatražite web stranicu u vašem web pregledniku, otvara se  zasebna sesija za preuzimanje svake od ovih datoteka i slika. Te se datoteke primaju u obliku paketa podataka. Sloj sesije prati koji podatkovni paket pripada kojoj datoteci, bilo tekstualnoj ili slikovnoj datoteci, i prati gdje ide primljeni paket podataka.</a:t>
            </a:r>
            <a:endParaRPr lang="hr-HR" sz="2100" dirty="0"/>
          </a:p>
        </p:txBody>
      </p:sp>
    </p:spTree>
    <p:extLst>
      <p:ext uri="{BB962C8B-B14F-4D97-AF65-F5344CB8AC3E}">
        <p14:creationId xmlns:p14="http://schemas.microsoft.com/office/powerpoint/2010/main" val="161995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5.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Sesijski sloj (Session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5486400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…p</a:t>
            </a:r>
            <a:r>
              <a:rPr lang="vi-VN" sz="2000" dirty="0">
                <a:latin typeface="Calibri" pitchFamily="34" charset="0"/>
                <a:cs typeface="Calibri" pitchFamily="34" charset="0"/>
              </a:rPr>
              <a:t>omaže u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 uspostavljanju, sinkronizaciji</a:t>
            </a:r>
            <a:r>
              <a:rPr lang="vi-VN" sz="2000" dirty="0">
                <a:latin typeface="Calibri" pitchFamily="34" charset="0"/>
                <a:cs typeface="Calibri" pitchFamily="34" charset="0"/>
              </a:rPr>
              <a:t> i upravljanju veza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: </a:t>
            </a:r>
            <a:r>
              <a:rPr lang="hr-HR" sz="2000" b="1" dirty="0">
                <a:latin typeface="Calibri" pitchFamily="34" charset="0"/>
                <a:cs typeface="Calibri" pitchFamily="34" charset="0"/>
              </a:rPr>
              <a:t>Autentifikacija, Autorizacija, Upravljanje sesijama</a:t>
            </a:r>
          </a:p>
        </p:txBody>
      </p:sp>
      <p:pic>
        <p:nvPicPr>
          <p:cNvPr id="4" name="Slika 46">
            <a:extLst>
              <a:ext uri="{FF2B5EF4-FFF2-40B4-BE49-F238E27FC236}">
                <a16:creationId xmlns:a16="http://schemas.microsoft.com/office/drawing/2014/main" id="{43357AF4-25DA-4878-9A23-D41B444EF88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2" b="14462"/>
          <a:stretch/>
        </p:blipFill>
        <p:spPr bwMode="auto">
          <a:xfrm>
            <a:off x="288095" y="2406774"/>
            <a:ext cx="8567809" cy="39745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819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273050" lvl="1" indent="-273050"/>
            <a:r>
              <a:rPr lang="vi-VN" sz="4200" dirty="0">
                <a:latin typeface="Calibri" pitchFamily="34" charset="0"/>
                <a:cs typeface="Calibri" pitchFamily="34" charset="0"/>
              </a:rPr>
              <a:t>zadužen za </a:t>
            </a:r>
            <a:r>
              <a:rPr lang="hr-HR" sz="4200" dirty="0">
                <a:latin typeface="Calibri" pitchFamily="34" charset="0"/>
                <a:cs typeface="Calibri" pitchFamily="34" charset="0"/>
              </a:rPr>
              <a:t>kontrolu </a:t>
            </a:r>
            <a:r>
              <a:rPr lang="vi-VN" sz="4200" dirty="0">
                <a:latin typeface="Calibri" pitchFamily="34" charset="0"/>
                <a:cs typeface="Calibri" pitchFamily="34" charset="0"/>
              </a:rPr>
              <a:t>pouzdan</a:t>
            </a:r>
            <a:r>
              <a:rPr lang="hr-HR" sz="4200" dirty="0">
                <a:latin typeface="Calibri" pitchFamily="34" charset="0"/>
                <a:cs typeface="Calibri" pitchFamily="34" charset="0"/>
              </a:rPr>
              <a:t>osti</a:t>
            </a:r>
            <a:r>
              <a:rPr lang="vi-VN" sz="4200" dirty="0">
                <a:latin typeface="Calibri" pitchFamily="34" charset="0"/>
                <a:cs typeface="Calibri" pitchFamily="34" charset="0"/>
              </a:rPr>
              <a:t> prijenos podataka između uređaja</a:t>
            </a:r>
            <a:endParaRPr lang="hr-HR" sz="4200" dirty="0">
              <a:latin typeface="Calibri" pitchFamily="34" charset="0"/>
              <a:cs typeface="Calibri" pitchFamily="34" charset="0"/>
            </a:endParaRPr>
          </a:p>
          <a:p>
            <a:pPr marL="273050" lvl="1" indent="-273050"/>
            <a:r>
              <a:rPr lang="hr-HR" sz="4200" dirty="0">
                <a:latin typeface="Calibri" pitchFamily="34" charset="0"/>
                <a:cs typeface="Calibri" pitchFamily="34" charset="0"/>
              </a:rPr>
              <a:t>o</a:t>
            </a:r>
            <a:r>
              <a:rPr lang="vi-VN" sz="4200" dirty="0">
                <a:latin typeface="Calibri" pitchFamily="34" charset="0"/>
                <a:cs typeface="Calibri" pitchFamily="34" charset="0"/>
              </a:rPr>
              <a:t>tkriva i ispravlja greške u prijenosu (traži ponovno slanje)</a:t>
            </a:r>
            <a:endParaRPr lang="hr-HR" sz="4200" dirty="0">
              <a:latin typeface="Calibri" pitchFamily="34" charset="0"/>
              <a:cs typeface="Calibri" pitchFamily="34" charset="0"/>
            </a:endParaRPr>
          </a:p>
          <a:p>
            <a:pPr marL="273050" lvl="1" indent="-273050"/>
            <a:r>
              <a:rPr lang="hr-HR" sz="4200" dirty="0">
                <a:latin typeface="Calibri" pitchFamily="34" charset="0"/>
                <a:cs typeface="Calibri" pitchFamily="34" charset="0"/>
              </a:rPr>
              <a:t>Funkcije sloja:</a:t>
            </a:r>
          </a:p>
          <a:p>
            <a:pPr marL="1071563" lvl="2" indent="-477838">
              <a:buClrTx/>
              <a:buSzPct val="100000"/>
              <a:buAutoNum type="alphaLcParenR"/>
            </a:pPr>
            <a:r>
              <a:rPr lang="hr-HR" sz="3900" dirty="0">
                <a:latin typeface="Calibri" pitchFamily="34" charset="0"/>
                <a:cs typeface="Calibri" pitchFamily="34" charset="0"/>
              </a:rPr>
              <a:t>Segmentacija</a:t>
            </a:r>
          </a:p>
          <a:p>
            <a:pPr marL="1071563" lvl="2" indent="-477838">
              <a:buClrTx/>
              <a:buSzPct val="100000"/>
              <a:buAutoNum type="alphaLcParenR"/>
            </a:pPr>
            <a:r>
              <a:rPr lang="hr-HR" sz="3900" dirty="0">
                <a:latin typeface="Calibri" pitchFamily="34" charset="0"/>
                <a:cs typeface="Calibri" pitchFamily="34" charset="0"/>
              </a:rPr>
              <a:t>Kontrola protoka podataka (brzina slanja)</a:t>
            </a:r>
          </a:p>
          <a:p>
            <a:pPr marL="1071563" lvl="2" indent="-477838">
              <a:buClrTx/>
              <a:buSzPct val="100000"/>
              <a:buAutoNum type="alphaLcParenR"/>
            </a:pPr>
            <a:r>
              <a:rPr lang="hr-HR" sz="3900" dirty="0">
                <a:latin typeface="Calibri" pitchFamily="34" charset="0"/>
                <a:cs typeface="Calibri" pitchFamily="34" charset="0"/>
              </a:rPr>
              <a:t>Otkrivanje i korekcija grešaka u prijenosu</a:t>
            </a:r>
          </a:p>
          <a:p>
            <a:pPr marL="1071563" lvl="2" indent="-477838">
              <a:buClrTx/>
              <a:buSzPct val="100000"/>
              <a:buAutoNum type="alphaLcParenR"/>
            </a:pPr>
            <a:r>
              <a:rPr lang="hr-HR" sz="3900" dirty="0">
                <a:latin typeface="Calibri" pitchFamily="34" charset="0"/>
                <a:cs typeface="Calibri" pitchFamily="34" charset="0"/>
              </a:rPr>
              <a:t>Kvaliteta usluge (TCP ili UDP)</a:t>
            </a:r>
          </a:p>
        </p:txBody>
      </p:sp>
    </p:spTree>
    <p:extLst>
      <p:ext uri="{BB962C8B-B14F-4D97-AF65-F5344CB8AC3E}">
        <p14:creationId xmlns:p14="http://schemas.microsoft.com/office/powerpoint/2010/main" val="300030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548640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a) Segmentacija</a:t>
            </a:r>
          </a:p>
          <a:p>
            <a:pPr marL="36513" lvl="2" indent="0">
              <a:buNone/>
            </a:pPr>
            <a:r>
              <a:rPr lang="hr-HR" sz="2400" dirty="0"/>
              <a:t>Podaci primljeni iz sloja sesije dijele na manje jedinice podataka koje nazivamo segmentima.</a:t>
            </a:r>
          </a:p>
          <a:p>
            <a:pPr marL="5826125" lvl="2" indent="0">
              <a:buNone/>
            </a:pPr>
            <a:r>
              <a:rPr lang="hr-HR" sz="2400" dirty="0">
                <a:solidFill>
                  <a:srgbClr val="00B0F0"/>
                </a:solidFill>
              </a:rPr>
              <a:t>Segment</a:t>
            </a:r>
            <a:r>
              <a:rPr lang="hr-HR" sz="2400" dirty="0"/>
              <a:t> sadrži izvorni i odredišni </a:t>
            </a:r>
            <a:r>
              <a:rPr lang="hr-HR" sz="2400" b="1" dirty="0"/>
              <a:t>broj priključka </a:t>
            </a:r>
            <a:r>
              <a:rPr lang="hr-HR" sz="2400" dirty="0"/>
              <a:t>(</a:t>
            </a:r>
            <a:r>
              <a:rPr lang="hr-HR" sz="2400" b="1" dirty="0"/>
              <a:t>port </a:t>
            </a:r>
            <a:r>
              <a:rPr lang="hr-HR" sz="2400" b="1" dirty="0" err="1"/>
              <a:t>number</a:t>
            </a:r>
            <a:r>
              <a:rPr lang="hr-HR" sz="2400" dirty="0"/>
              <a:t>) i redni broj segmenta. Broj priključka (porta) pomaže usmjeriti podatkovne jedinice na željene aplikacije</a:t>
            </a:r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Slika 47">
            <a:extLst>
              <a:ext uri="{FF2B5EF4-FFF2-40B4-BE49-F238E27FC236}">
                <a16:creationId xmlns:a16="http://schemas.microsoft.com/office/drawing/2014/main" id="{A3386703-EE8C-4D72-B216-96D29AE0D2E0}"/>
              </a:ext>
            </a:extLst>
          </p:cNvPr>
          <p:cNvPicPr/>
          <p:nvPr/>
        </p:nvPicPr>
        <p:blipFill rotWithShape="1">
          <a:blip r:embed="rId3"/>
          <a:srcRect l="37757" t="22702" r="37186" b="6819"/>
          <a:stretch/>
        </p:blipFill>
        <p:spPr bwMode="auto">
          <a:xfrm>
            <a:off x="179512" y="2708920"/>
            <a:ext cx="2304256" cy="3600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Slika 40">
            <a:extLst>
              <a:ext uri="{FF2B5EF4-FFF2-40B4-BE49-F238E27FC236}">
                <a16:creationId xmlns:a16="http://schemas.microsoft.com/office/drawing/2014/main" id="{66F0018E-DED6-49E0-B11B-5D760314F22C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6" t="8524" r="28240" b="16519"/>
          <a:stretch/>
        </p:blipFill>
        <p:spPr bwMode="auto">
          <a:xfrm>
            <a:off x="2992995" y="3177731"/>
            <a:ext cx="3158009" cy="30554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479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b) </a:t>
            </a:r>
            <a:r>
              <a:rPr lang="pl-PL" sz="3200" b="1" dirty="0">
                <a:latin typeface="Calibri" pitchFamily="34" charset="0"/>
                <a:cs typeface="Calibri" pitchFamily="34" charset="0"/>
              </a:rPr>
              <a:t>Kontrola protoka podataka (brzina slanja)</a:t>
            </a:r>
            <a:endParaRPr lang="hr-HR" sz="3200" b="1" dirty="0">
              <a:latin typeface="Calibri" pitchFamily="34" charset="0"/>
              <a:cs typeface="Calibri" pitchFamily="34" charset="0"/>
            </a:endParaRPr>
          </a:p>
          <a:p>
            <a:pPr marL="265113" lvl="2"/>
            <a:r>
              <a:rPr lang="hr-HR" sz="2400" dirty="0"/>
              <a:t>U kontroli protoka, transportni sloj kontrolira razinu količine podataka koju prijemnik može obraditi</a:t>
            </a:r>
          </a:p>
          <a:p>
            <a:pPr marL="265113" lvl="2"/>
            <a:endParaRPr lang="hr-HR" sz="2400" dirty="0"/>
          </a:p>
        </p:txBody>
      </p:sp>
      <p:pic>
        <p:nvPicPr>
          <p:cNvPr id="6" name="Slika 48">
            <a:extLst>
              <a:ext uri="{FF2B5EF4-FFF2-40B4-BE49-F238E27FC236}">
                <a16:creationId xmlns:a16="http://schemas.microsoft.com/office/drawing/2014/main" id="{F289A13A-04FE-4950-9637-4A00E2F4F917}"/>
              </a:ext>
            </a:extLst>
          </p:cNvPr>
          <p:cNvPicPr/>
          <p:nvPr/>
        </p:nvPicPr>
        <p:blipFill rotWithShape="1">
          <a:blip r:embed="rId3"/>
          <a:srcRect t="19107" b="11817"/>
          <a:stretch/>
        </p:blipFill>
        <p:spPr bwMode="auto">
          <a:xfrm>
            <a:off x="680792" y="2829798"/>
            <a:ext cx="7992888" cy="33271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6625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c) </a:t>
            </a:r>
            <a:r>
              <a:rPr lang="es-ES" sz="3200" b="1" dirty="0" err="1">
                <a:latin typeface="Calibri" pitchFamily="34" charset="0"/>
                <a:cs typeface="Calibri" pitchFamily="34" charset="0"/>
              </a:rPr>
              <a:t>Kontrola</a:t>
            </a:r>
            <a:r>
              <a:rPr lang="es-ES" sz="32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3200" b="1" dirty="0" err="1">
                <a:latin typeface="Calibri" pitchFamily="34" charset="0"/>
                <a:cs typeface="Calibri" pitchFamily="34" charset="0"/>
              </a:rPr>
              <a:t>pogreške</a:t>
            </a:r>
            <a:r>
              <a:rPr lang="es-ES" sz="3200" b="1" dirty="0">
                <a:latin typeface="Calibri" pitchFamily="34" charset="0"/>
                <a:cs typeface="Calibri" pitchFamily="34" charset="0"/>
              </a:rPr>
              <a:t> (</a:t>
            </a:r>
            <a:r>
              <a:rPr lang="es-ES" sz="3200" b="1" dirty="0" err="1">
                <a:latin typeface="Calibri" pitchFamily="34" charset="0"/>
                <a:cs typeface="Calibri" pitchFamily="34" charset="0"/>
              </a:rPr>
              <a:t>engl</a:t>
            </a:r>
            <a:r>
              <a:rPr lang="es-ES" sz="3200" b="1" dirty="0">
                <a:latin typeface="Calibri" pitchFamily="34" charset="0"/>
                <a:cs typeface="Calibri" pitchFamily="34" charset="0"/>
              </a:rPr>
              <a:t>. Error Control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36513" lvl="2" indent="0">
              <a:buNone/>
            </a:pPr>
            <a:r>
              <a:rPr lang="hr-HR" sz="2400" dirty="0"/>
              <a:t>Ako neki </a:t>
            </a:r>
            <a:r>
              <a:rPr lang="hr-HR" sz="2400" dirty="0">
                <a:solidFill>
                  <a:srgbClr val="00B0F0"/>
                </a:solidFill>
              </a:rPr>
              <a:t>Segmenti</a:t>
            </a:r>
            <a:r>
              <a:rPr lang="hr-HR" sz="2400" dirty="0"/>
              <a:t> ne stignu na odredište, transportni sloj šalje automatsko ponavljanje zahtjeva (ARQ) za ponovno slanje izgubljenih ili oštećenih podataka. </a:t>
            </a:r>
          </a:p>
          <a:p>
            <a:pPr marL="265113" lvl="2"/>
            <a:endParaRPr lang="hr-HR" sz="2400" dirty="0"/>
          </a:p>
        </p:txBody>
      </p:sp>
      <p:pic>
        <p:nvPicPr>
          <p:cNvPr id="5" name="Slika 54">
            <a:extLst>
              <a:ext uri="{FF2B5EF4-FFF2-40B4-BE49-F238E27FC236}">
                <a16:creationId xmlns:a16="http://schemas.microsoft.com/office/drawing/2014/main" id="{D643F539-603D-44F4-9AB3-1ACF00738AE5}"/>
              </a:ext>
            </a:extLst>
          </p:cNvPr>
          <p:cNvPicPr/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55" b="26808"/>
          <a:stretch/>
        </p:blipFill>
        <p:spPr bwMode="auto">
          <a:xfrm>
            <a:off x="1646219" y="2924944"/>
            <a:ext cx="5940000" cy="205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Slika 57">
            <a:extLst>
              <a:ext uri="{FF2B5EF4-FFF2-40B4-BE49-F238E27FC236}">
                <a16:creationId xmlns:a16="http://schemas.microsoft.com/office/drawing/2014/main" id="{19CD1D9C-B2FC-42BB-9935-F212497389D6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7" b="20635"/>
          <a:stretch/>
        </p:blipFill>
        <p:spPr bwMode="auto">
          <a:xfrm>
            <a:off x="1602000" y="4806000"/>
            <a:ext cx="5940000" cy="205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601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d) </a:t>
            </a:r>
            <a:r>
              <a:rPr lang="nn-NO" sz="3200" b="1" dirty="0">
                <a:latin typeface="Calibri" pitchFamily="34" charset="0"/>
                <a:cs typeface="Calibri" pitchFamily="34" charset="0"/>
              </a:rPr>
              <a:t>Kvaliteta usluge (TCP ili UDP)</a:t>
            </a:r>
            <a:endParaRPr lang="hr-HR" sz="3200" b="1" dirty="0">
              <a:latin typeface="Calibri" pitchFamily="34" charset="0"/>
              <a:cs typeface="Calibri" pitchFamily="34" charset="0"/>
            </a:endParaRPr>
          </a:p>
          <a:p>
            <a:pPr marL="36513" lvl="2" indent="0">
              <a:buNone/>
            </a:pPr>
            <a:r>
              <a:rPr lang="hr-HR" sz="2400" dirty="0"/>
              <a:t>Koriste se dva protokola: TCP i UDP.  Ako se neki paket "zagubi" na putu, </a:t>
            </a:r>
            <a:r>
              <a:rPr lang="hr-HR" sz="2400" b="1" dirty="0"/>
              <a:t>TCP</a:t>
            </a:r>
            <a:r>
              <a:rPr lang="hr-HR" sz="2400" dirty="0"/>
              <a:t> će tražiti da se ponovo pošalje, pa je stoga pogodan za razmjenu podataka za koje je </a:t>
            </a:r>
            <a:r>
              <a:rPr lang="hr-HR" sz="2400" b="1" dirty="0"/>
              <a:t>integritet podatka </a:t>
            </a:r>
            <a:r>
              <a:rPr lang="hr-HR" sz="2400" dirty="0"/>
              <a:t>na višoj razini od brzine prijenosa. </a:t>
            </a:r>
          </a:p>
          <a:p>
            <a:pPr marL="36513" lvl="2" indent="0">
              <a:buNone/>
            </a:pPr>
            <a:r>
              <a:rPr lang="hr-HR" sz="2400" b="1" dirty="0"/>
              <a:t>UDP</a:t>
            </a:r>
            <a:r>
              <a:rPr lang="hr-HR" sz="2400" dirty="0"/>
              <a:t> nema kontrolu da li se poneki paket zagubio, pa je prikladan za multimedijalne aplikacije, gdje nije toliko bitno da li se zagubi poneki paket, nego je </a:t>
            </a:r>
            <a:r>
              <a:rPr lang="hr-HR" sz="2400" b="1" dirty="0"/>
              <a:t>bitna brzina komunikacije</a:t>
            </a:r>
            <a:r>
              <a:rPr lang="hr-HR" sz="2400" dirty="0"/>
              <a:t>. </a:t>
            </a:r>
          </a:p>
        </p:txBody>
      </p:sp>
      <p:pic>
        <p:nvPicPr>
          <p:cNvPr id="6" name="Slika 58">
            <a:extLst>
              <a:ext uri="{FF2B5EF4-FFF2-40B4-BE49-F238E27FC236}">
                <a16:creationId xmlns:a16="http://schemas.microsoft.com/office/drawing/2014/main" id="{C076C534-7F24-4B47-85DA-9E353429D3E4}"/>
              </a:ext>
            </a:extLst>
          </p:cNvPr>
          <p:cNvPicPr/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7240" r="2751" b="31717"/>
          <a:stretch/>
        </p:blipFill>
        <p:spPr bwMode="auto">
          <a:xfrm>
            <a:off x="642047" y="4365104"/>
            <a:ext cx="8496944" cy="20162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3309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d) </a:t>
            </a:r>
            <a:r>
              <a:rPr lang="nn-NO" sz="3200" b="1" dirty="0">
                <a:latin typeface="Calibri" pitchFamily="34" charset="0"/>
                <a:cs typeface="Calibri" pitchFamily="34" charset="0"/>
              </a:rPr>
              <a:t>Kvaliteta usluge (TCP ili UDP)</a:t>
            </a:r>
            <a:endParaRPr lang="hr-HR" sz="32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Slika 59">
            <a:extLst>
              <a:ext uri="{FF2B5EF4-FFF2-40B4-BE49-F238E27FC236}">
                <a16:creationId xmlns:a16="http://schemas.microsoft.com/office/drawing/2014/main" id="{64F1C21D-6EB7-4FD4-A559-FB3EE1A8B75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010076"/>
            <a:ext cx="7128792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7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4. 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Transportni sloj (Transport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5378152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d) </a:t>
            </a:r>
            <a:r>
              <a:rPr lang="nn-NO" sz="3200" b="1" dirty="0">
                <a:latin typeface="Calibri" pitchFamily="34" charset="0"/>
                <a:cs typeface="Calibri" pitchFamily="34" charset="0"/>
              </a:rPr>
              <a:t>Kvaliteta usluge (TCP ili UDP)</a:t>
            </a:r>
            <a:endParaRPr lang="hr-HR" sz="3200" b="1" dirty="0">
              <a:latin typeface="Calibri" pitchFamily="34" charset="0"/>
              <a:cs typeface="Calibri" pitchFamily="34" charset="0"/>
            </a:endParaRPr>
          </a:p>
          <a:p>
            <a:pPr marL="360363" lvl="2" indent="-323850">
              <a:spcBef>
                <a:spcPts val="1200"/>
              </a:spcBef>
            </a:pPr>
            <a:r>
              <a:rPr lang="hr-HR" sz="2800" dirty="0"/>
              <a:t> UDP je brži od TCP-a jer ne daje povratne informacije (</a:t>
            </a:r>
            <a:r>
              <a:rPr lang="hr-HR" sz="2800" dirty="0" err="1"/>
              <a:t>Feedback</a:t>
            </a:r>
            <a:r>
              <a:rPr lang="hr-HR" sz="2800" dirty="0"/>
              <a:t>) dok TCP daje povratne informacije. </a:t>
            </a:r>
          </a:p>
          <a:p>
            <a:pPr marL="360363" lvl="2" indent="-323850">
              <a:spcBef>
                <a:spcPts val="1200"/>
              </a:spcBef>
            </a:pPr>
            <a:r>
              <a:rPr lang="hr-HR" sz="2800" dirty="0"/>
              <a:t>Izgubljeni podaci kod TCP protokola se ponovno šalju, dok kod UDP protokola to nije slučaj te se zanemaruju. </a:t>
            </a:r>
          </a:p>
          <a:p>
            <a:pPr marL="360363" lvl="2" indent="-323850">
              <a:spcBef>
                <a:spcPts val="1200"/>
              </a:spcBef>
            </a:pPr>
            <a:r>
              <a:rPr lang="hr-HR" sz="2800" dirty="0"/>
              <a:t>UDP se koristi kada nije bitno da korisnik primi kompletan podatak npr. kod izravnog prijenosa filmova, pjesama, igrica,  TFTP,  DNS,…</a:t>
            </a:r>
          </a:p>
          <a:p>
            <a:pPr marL="360363" lvl="2" indent="-323850">
              <a:spcBef>
                <a:spcPts val="1200"/>
              </a:spcBef>
            </a:pPr>
            <a:r>
              <a:rPr lang="hr-HR" sz="2800" dirty="0"/>
              <a:t>TCP se koristi kada korisnik mora primiti kompletan podatak npr. web stranice,  e-mail-ovi, FTP,…</a:t>
            </a:r>
          </a:p>
        </p:txBody>
      </p:sp>
    </p:spTree>
    <p:extLst>
      <p:ext uri="{BB962C8B-B14F-4D97-AF65-F5344CB8AC3E}">
        <p14:creationId xmlns:p14="http://schemas.microsoft.com/office/powerpoint/2010/main" val="382849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3CC6-C28A-7101-AA4D-63C8950E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E219-1BD7-3AE1-0C8B-354FDD27A8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r-HR" dirty="0"/>
              <a:t>1. Napiši kratko o OSI modelu (kada je nastao, što je, koji je cilj te kako je podijeljen)</a:t>
            </a:r>
          </a:p>
          <a:p>
            <a:r>
              <a:rPr lang="hr-HR" dirty="0"/>
              <a:t>2. Nacrtaj OSI model (označi i više i niže slojeve i što obrađuju)</a:t>
            </a:r>
          </a:p>
          <a:p>
            <a:r>
              <a:rPr lang="hr-HR" dirty="0"/>
              <a:t>3. Objasni aplikacijski sloj i objasni protokole koje sadrži ?</a:t>
            </a:r>
          </a:p>
          <a:p>
            <a:r>
              <a:rPr lang="hr-HR" dirty="0"/>
              <a:t>4. Objasni prezentacijski sloj i objasni funkcije koje sadrži ?</a:t>
            </a:r>
          </a:p>
          <a:p>
            <a:r>
              <a:rPr lang="hr-HR" dirty="0"/>
              <a:t>5. Pojasni sloj sesije i pojasni funkcije koje sadrži ?</a:t>
            </a:r>
          </a:p>
          <a:p>
            <a:r>
              <a:rPr lang="hr-HR" dirty="0"/>
              <a:t>6. Pojasni transportni sloj i pojasni funkije koje sadrži ?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25189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2800" dirty="0"/>
              <a:t>Mrežni sloj djeluje prilikom prijenosa podataka s jednog računala na drugo koja se nalaze u različitim mrežama</a:t>
            </a:r>
          </a:p>
          <a:p>
            <a:pPr marL="360363" lvl="2" indent="-323850">
              <a:spcBef>
                <a:spcPts val="1200"/>
              </a:spcBef>
            </a:pPr>
            <a:r>
              <a:rPr lang="hr-HR" sz="2800" dirty="0"/>
              <a:t>Funkcije mrežnog sloja:</a:t>
            </a:r>
          </a:p>
          <a:p>
            <a:pPr marL="1071563" lvl="3" indent="-342900">
              <a:spcBef>
                <a:spcPts val="1200"/>
              </a:spcBef>
              <a:buClrTx/>
              <a:buSzPct val="100000"/>
              <a:buFont typeface="+mj-lt"/>
              <a:buAutoNum type="alphaLcParenR"/>
            </a:pPr>
            <a:r>
              <a:rPr lang="hr-HR" sz="2800" dirty="0"/>
              <a:t>Logičko adresiranje (engl. </a:t>
            </a:r>
            <a:r>
              <a:rPr lang="hr-HR" sz="2800" dirty="0" err="1"/>
              <a:t>Logical</a:t>
            </a:r>
            <a:r>
              <a:rPr lang="hr-HR" sz="2800" dirty="0"/>
              <a:t> </a:t>
            </a:r>
            <a:r>
              <a:rPr lang="hr-HR" sz="2800" dirty="0" err="1"/>
              <a:t>adressing</a:t>
            </a:r>
            <a:r>
              <a:rPr lang="hr-HR" sz="2800" dirty="0"/>
              <a:t>), </a:t>
            </a:r>
          </a:p>
          <a:p>
            <a:pPr marL="1071563" lvl="3" indent="-342900">
              <a:spcBef>
                <a:spcPts val="1200"/>
              </a:spcBef>
              <a:buClrTx/>
              <a:buSzPct val="100000"/>
              <a:buFont typeface="+mj-lt"/>
              <a:buAutoNum type="alphaLcParenR"/>
            </a:pPr>
            <a:r>
              <a:rPr lang="hr-HR" sz="2800" dirty="0"/>
              <a:t>Usmjeravanje (</a:t>
            </a:r>
            <a:r>
              <a:rPr lang="hr-HR" sz="2800" dirty="0" err="1"/>
              <a:t>Routing</a:t>
            </a:r>
            <a:r>
              <a:rPr lang="hr-HR" sz="2800" dirty="0"/>
              <a:t>) i </a:t>
            </a:r>
          </a:p>
          <a:p>
            <a:pPr marL="1071563" lvl="3" indent="-342900">
              <a:spcBef>
                <a:spcPts val="1200"/>
              </a:spcBef>
              <a:buClrTx/>
              <a:buSzPct val="100000"/>
              <a:buFont typeface="+mj-lt"/>
              <a:buAutoNum type="alphaLcParenR"/>
            </a:pPr>
            <a:r>
              <a:rPr lang="hr-HR" sz="2800" dirty="0"/>
              <a:t>Određivanje staze/puta (</a:t>
            </a:r>
            <a:r>
              <a:rPr lang="hr-HR" sz="2800" dirty="0" err="1"/>
              <a:t>Path</a:t>
            </a:r>
            <a:r>
              <a:rPr lang="hr-HR" sz="2800" dirty="0"/>
              <a:t> </a:t>
            </a:r>
            <a:r>
              <a:rPr lang="hr-HR" sz="2800" dirty="0" err="1"/>
              <a:t>determination</a:t>
            </a:r>
            <a:r>
              <a:rPr lang="hr-HR" sz="2800" dirty="0"/>
              <a:t>). </a:t>
            </a:r>
          </a:p>
          <a:p>
            <a:pPr marL="728663" lvl="3" indent="0">
              <a:spcBef>
                <a:spcPts val="1200"/>
              </a:spcBef>
              <a:buClrTx/>
              <a:buSzPct val="100000"/>
              <a:buNone/>
            </a:pPr>
            <a:endParaRPr lang="hr-HR" sz="2800" b="1" dirty="0">
              <a:latin typeface="Calibri" pitchFamily="34" charset="0"/>
              <a:cs typeface="Calibri" pitchFamily="34" charset="0"/>
            </a:endParaRPr>
          </a:p>
          <a:p>
            <a:pPr marL="0" lvl="3" indent="0">
              <a:spcBef>
                <a:spcPts val="1200"/>
              </a:spcBef>
              <a:buClrTx/>
              <a:buSzPct val="100000"/>
              <a:buNone/>
            </a:pPr>
            <a:r>
              <a:rPr lang="hr-HR" sz="2800" b="1" dirty="0">
                <a:latin typeface="Calibri" pitchFamily="34" charset="0"/>
                <a:cs typeface="Calibri" pitchFamily="34" charset="0"/>
              </a:rPr>
              <a:t>Uređaji koji rade na ovom sloju: </a:t>
            </a:r>
            <a:r>
              <a:rPr lang="hr-HR" sz="2800" b="1" dirty="0" err="1">
                <a:latin typeface="Calibri" pitchFamily="34" charset="0"/>
                <a:cs typeface="Calibri" pitchFamily="34" charset="0"/>
              </a:rPr>
              <a:t>usmjernici</a:t>
            </a:r>
            <a:r>
              <a:rPr lang="hr-HR" sz="2800" b="1" dirty="0">
                <a:latin typeface="Calibri" pitchFamily="34" charset="0"/>
                <a:cs typeface="Calibri" pitchFamily="34" charset="0"/>
              </a:rPr>
              <a:t> (</a:t>
            </a:r>
            <a:r>
              <a:rPr lang="hr-HR" sz="2800" b="1" dirty="0" err="1">
                <a:latin typeface="Calibri" pitchFamily="34" charset="0"/>
                <a:cs typeface="Calibri" pitchFamily="34" charset="0"/>
              </a:rPr>
              <a:t>routeri</a:t>
            </a:r>
            <a:r>
              <a:rPr lang="hr-HR" sz="28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728663" lvl="3" indent="0">
              <a:spcBef>
                <a:spcPts val="1200"/>
              </a:spcBef>
              <a:buClrTx/>
              <a:buSzPct val="100000"/>
              <a:buNone/>
            </a:pPr>
            <a:endParaRPr lang="hr-HR" sz="2800" dirty="0"/>
          </a:p>
          <a:p>
            <a:pPr marL="360363" lvl="2" indent="-323850">
              <a:spcBef>
                <a:spcPts val="1200"/>
              </a:spcBef>
            </a:pP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409466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a) Logičko adresiranje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IP adresiranje koje se vrši u mrežnom sloju naziva se </a:t>
            </a:r>
            <a:r>
              <a:rPr lang="hr-HR" sz="2800" b="1" dirty="0"/>
              <a:t>logičkim adresiranjem</a:t>
            </a:r>
            <a:r>
              <a:rPr lang="hr-HR" sz="2800" dirty="0"/>
              <a:t>.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Svako računalo u mreži ima jedinstvenu IP adresu.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Mrežni sloj dodjeljuje IP adresu pošiljatelja i primatelja svakom segmentu radi formiranja </a:t>
            </a:r>
            <a:r>
              <a:rPr lang="hr-HR" sz="2800" dirty="0">
                <a:solidFill>
                  <a:srgbClr val="00B0F0"/>
                </a:solidFill>
              </a:rPr>
              <a:t>IP paketa</a:t>
            </a:r>
            <a:r>
              <a:rPr lang="hr-HR" sz="2800" dirty="0"/>
              <a:t>.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IP adrese dodjeljuju se kako bi se osiguralo da svaki paket podataka može doći na točno odredište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IPv4 adresa je 32-bitna oblika: 192.168.1.1, 172.16.0.0,...</a:t>
            </a:r>
          </a:p>
        </p:txBody>
      </p:sp>
    </p:spTree>
    <p:extLst>
      <p:ext uri="{BB962C8B-B14F-4D97-AF65-F5344CB8AC3E}">
        <p14:creationId xmlns:p14="http://schemas.microsoft.com/office/powerpoint/2010/main" val="254822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a) Logičko adresiranje </a:t>
            </a:r>
          </a:p>
        </p:txBody>
      </p:sp>
      <p:pic>
        <p:nvPicPr>
          <p:cNvPr id="4" name="Slika 62">
            <a:extLst>
              <a:ext uri="{FF2B5EF4-FFF2-40B4-BE49-F238E27FC236}">
                <a16:creationId xmlns:a16="http://schemas.microsoft.com/office/drawing/2014/main" id="{31B15735-72A7-4764-AE11-D4E292329B6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48" y="1772816"/>
            <a:ext cx="7200800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4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b) Usmjeravanje (engl. 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Routing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Usmjeravanje je metoda slanja </a:t>
            </a:r>
            <a:r>
              <a:rPr lang="hr-HR" sz="2800" dirty="0">
                <a:solidFill>
                  <a:srgbClr val="00B0F0"/>
                </a:solidFill>
              </a:rPr>
              <a:t>Paketa</a:t>
            </a:r>
            <a:r>
              <a:rPr lang="hr-HR" sz="2800" dirty="0"/>
              <a:t> podataka s izvora na odredište (s računala koje šalje na računalo koje prima). Format logičke adrese može biti IPv4 ili IPv6 + mrežna maska (</a:t>
            </a:r>
            <a:r>
              <a:rPr lang="hr-HR" sz="2800" dirty="0" err="1"/>
              <a:t>subnet</a:t>
            </a:r>
            <a:r>
              <a:rPr lang="hr-HR" sz="2800" dirty="0"/>
              <a:t> </a:t>
            </a:r>
            <a:r>
              <a:rPr lang="hr-HR" sz="2800" dirty="0" err="1"/>
              <a:t>mask</a:t>
            </a:r>
            <a:r>
              <a:rPr lang="hr-HR" sz="2800" dirty="0"/>
              <a:t>).</a:t>
            </a:r>
          </a:p>
        </p:txBody>
      </p:sp>
      <p:pic>
        <p:nvPicPr>
          <p:cNvPr id="4" name="Slika 13">
            <a:extLst>
              <a:ext uri="{FF2B5EF4-FFF2-40B4-BE49-F238E27FC236}">
                <a16:creationId xmlns:a16="http://schemas.microsoft.com/office/drawing/2014/main" id="{752C1184-799F-41A6-9C1B-CFCE49038B4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6" t="11366" r="64066" b="64979"/>
          <a:stretch/>
        </p:blipFill>
        <p:spPr bwMode="auto">
          <a:xfrm>
            <a:off x="5076056" y="3429000"/>
            <a:ext cx="3744416" cy="2804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910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b) Usmjeravanje (engl. 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Routing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 </a:t>
            </a:r>
          </a:p>
        </p:txBody>
      </p:sp>
      <p:pic>
        <p:nvPicPr>
          <p:cNvPr id="5" name="Slika 13">
            <a:extLst>
              <a:ext uri="{FF2B5EF4-FFF2-40B4-BE49-F238E27FC236}">
                <a16:creationId xmlns:a16="http://schemas.microsoft.com/office/drawing/2014/main" id="{274CEF83-1690-4875-A2C0-C7637732762D}"/>
              </a:ext>
            </a:extLst>
          </p:cNvPr>
          <p:cNvPicPr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6" t="33735" r="16703"/>
          <a:stretch/>
        </p:blipFill>
        <p:spPr bwMode="auto">
          <a:xfrm>
            <a:off x="971600" y="1988840"/>
            <a:ext cx="7200800" cy="44603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251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5234136"/>
          </a:xfrm>
        </p:spPr>
        <p:txBody>
          <a:bodyPr>
            <a:normAutofit fontScale="92500" lnSpcReduction="10000"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c) Određivanje putanje (engl. 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Path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determination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Računalo može biti povezano sa drugim računalom preko više različitih putanja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Odabir najboljeg puta za dostavu podataka od izvora do odredišta zove se određivanje putanje (</a:t>
            </a:r>
            <a:r>
              <a:rPr lang="hr-HR" sz="2800" dirty="0" err="1"/>
              <a:t>Path</a:t>
            </a:r>
            <a:r>
              <a:rPr lang="hr-HR" sz="2800" dirty="0"/>
              <a:t> </a:t>
            </a:r>
            <a:r>
              <a:rPr lang="hr-HR" sz="2800" dirty="0" err="1"/>
              <a:t>determination</a:t>
            </a:r>
            <a:r>
              <a:rPr lang="hr-HR" sz="2800" dirty="0"/>
              <a:t>).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Za određivanje najbolje moguće putanje za isporuku podataka, uređaji mrežnog sloja (</a:t>
            </a:r>
            <a:r>
              <a:rPr lang="hr-HR" sz="2800" dirty="0" err="1"/>
              <a:t>routeri</a:t>
            </a:r>
            <a:r>
              <a:rPr lang="hr-HR" sz="2800" dirty="0"/>
              <a:t>) koriste slijedeće protokole: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1. OSPF (Open </a:t>
            </a:r>
            <a:r>
              <a:rPr lang="hr-HR" sz="2800" dirty="0" err="1"/>
              <a:t>Shortest</a:t>
            </a:r>
            <a:r>
              <a:rPr lang="hr-HR" sz="2800" dirty="0"/>
              <a:t> </a:t>
            </a:r>
            <a:r>
              <a:rPr lang="hr-HR" sz="2800" dirty="0" err="1"/>
              <a:t>Path</a:t>
            </a:r>
            <a:r>
              <a:rPr lang="hr-HR" sz="2800" dirty="0"/>
              <a:t> First), 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BGP (</a:t>
            </a:r>
            <a:r>
              <a:rPr lang="hr-HR" sz="2800" dirty="0" err="1"/>
              <a:t>Border</a:t>
            </a:r>
            <a:r>
              <a:rPr lang="hr-HR" sz="2800" dirty="0"/>
              <a:t> </a:t>
            </a:r>
            <a:r>
              <a:rPr lang="hr-HR" sz="2800" dirty="0" err="1"/>
              <a:t>Gateway</a:t>
            </a:r>
            <a:r>
              <a:rPr lang="hr-HR" sz="2800" dirty="0"/>
              <a:t> </a:t>
            </a:r>
            <a:r>
              <a:rPr lang="hr-HR" sz="2800" dirty="0" err="1"/>
              <a:t>Protocol</a:t>
            </a:r>
            <a:r>
              <a:rPr lang="hr-HR" sz="2800" dirty="0"/>
              <a:t>)  i </a:t>
            </a:r>
          </a:p>
          <a:p>
            <a:pPr marL="265113" lvl="2">
              <a:spcBef>
                <a:spcPts val="1200"/>
              </a:spcBef>
            </a:pPr>
            <a:r>
              <a:rPr lang="hr-HR" sz="2800"/>
              <a:t>IS-IS (Intermediate </a:t>
            </a:r>
            <a:r>
              <a:rPr lang="hr-HR" sz="2800" dirty="0"/>
              <a:t>System to </a:t>
            </a:r>
            <a:r>
              <a:rPr lang="hr-HR" sz="2800" dirty="0" err="1"/>
              <a:t>Intermediate</a:t>
            </a:r>
            <a:r>
              <a:rPr lang="hr-HR" sz="2800" dirty="0"/>
              <a:t> System).</a:t>
            </a:r>
          </a:p>
        </p:txBody>
      </p:sp>
    </p:spTree>
    <p:extLst>
      <p:ext uri="{BB962C8B-B14F-4D97-AF65-F5344CB8AC3E}">
        <p14:creationId xmlns:p14="http://schemas.microsoft.com/office/powerpoint/2010/main" val="123049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3. Mrežni sloj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 (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Network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vi-VN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c) Određivanje putanje (engl. 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Path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determination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 </a:t>
            </a:r>
          </a:p>
        </p:txBody>
      </p:sp>
      <p:pic>
        <p:nvPicPr>
          <p:cNvPr id="6" name="Slika 51">
            <a:extLst>
              <a:ext uri="{FF2B5EF4-FFF2-40B4-BE49-F238E27FC236}">
                <a16:creationId xmlns:a16="http://schemas.microsoft.com/office/drawing/2014/main" id="{516B7A3B-B920-40D7-AC68-25444F21FDE1}"/>
              </a:ext>
            </a:extLst>
          </p:cNvPr>
          <p:cNvPicPr/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4"/>
          <a:stretch/>
        </p:blipFill>
        <p:spPr bwMode="auto">
          <a:xfrm>
            <a:off x="683568" y="1844824"/>
            <a:ext cx="7848872" cy="45007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0408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79296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2.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Sloj podatkovne veze (Data link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19200"/>
            <a:ext cx="8640960" cy="5378152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2800" dirty="0"/>
              <a:t>Prima paket podataka iz mrežnog sloja.</a:t>
            </a:r>
          </a:p>
          <a:p>
            <a:pPr marL="0" lvl="2" indent="0">
              <a:buNone/>
            </a:pPr>
            <a:r>
              <a:rPr lang="hr-HR" sz="2800" dirty="0"/>
              <a:t>Funkcije: </a:t>
            </a:r>
          </a:p>
          <a:p>
            <a:pPr marL="514350" lvl="2" indent="-514350">
              <a:buClrTx/>
              <a:buSzPct val="100000"/>
              <a:buFont typeface="+mj-lt"/>
              <a:buAutoNum type="alphaLcParenR"/>
            </a:pPr>
            <a:r>
              <a:rPr lang="hr-HR" sz="2800" dirty="0"/>
              <a:t>Stvara </a:t>
            </a:r>
            <a:r>
              <a:rPr lang="hr-HR" sz="2800" dirty="0">
                <a:solidFill>
                  <a:srgbClr val="00B0F0"/>
                </a:solidFill>
              </a:rPr>
              <a:t>Okvir</a:t>
            </a:r>
            <a:r>
              <a:rPr lang="hr-HR" sz="2800" dirty="0"/>
              <a:t> (</a:t>
            </a:r>
            <a:r>
              <a:rPr lang="hr-HR" sz="2800" dirty="0" err="1">
                <a:solidFill>
                  <a:srgbClr val="00B0F0"/>
                </a:solidFill>
              </a:rPr>
              <a:t>Frame</a:t>
            </a:r>
            <a:r>
              <a:rPr lang="hr-HR" sz="2800" dirty="0"/>
              <a:t>) dodavanjem Fizičkih (MAC) adresa primatelja i pošiljatelja (u okvir se dodaju i još neki drugi parametri) </a:t>
            </a:r>
          </a:p>
          <a:p>
            <a:pPr marL="514350" lvl="2" indent="-514350">
              <a:buClrTx/>
              <a:buSzPct val="100000"/>
              <a:buFont typeface="+mj-lt"/>
              <a:buAutoNum type="alphaLcParenR"/>
            </a:pPr>
            <a:r>
              <a:rPr lang="hr-HR" sz="2800" dirty="0"/>
              <a:t>Kontrolira kako se podaci postavljaju na medij i primaju iz medija koristeći tehnike</a:t>
            </a:r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r>
              <a:rPr lang="hr-HR" sz="2600" dirty="0"/>
              <a:t>Otkriva pogreške u prijenosu preko 1. sloja</a:t>
            </a:r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r>
              <a:rPr lang="hr-HR" sz="2600" dirty="0"/>
              <a:t>Brine se o pristupu mediju za prijenos podataka</a:t>
            </a:r>
          </a:p>
          <a:p>
            <a:pPr marL="538162" lvl="3" indent="0">
              <a:buClrTx/>
              <a:buSzPct val="100000"/>
              <a:buNone/>
            </a:pPr>
            <a:endParaRPr lang="hr-HR" sz="2800" b="1" dirty="0">
              <a:latin typeface="Calibri" pitchFamily="34" charset="0"/>
              <a:cs typeface="Calibri" pitchFamily="34" charset="0"/>
            </a:endParaRPr>
          </a:p>
          <a:p>
            <a:pPr marL="0" lvl="3" indent="0">
              <a:buClrTx/>
              <a:buSzPct val="100000"/>
              <a:buNone/>
            </a:pPr>
            <a:r>
              <a:rPr lang="hr-HR" sz="2800" b="1" dirty="0">
                <a:latin typeface="Calibri" pitchFamily="34" charset="0"/>
                <a:cs typeface="Calibri" pitchFamily="34" charset="0"/>
              </a:rPr>
              <a:t>Uređaji koji rade na ovom sloju: preklopnici (</a:t>
            </a:r>
            <a:r>
              <a:rPr lang="hr-HR" sz="2800" b="1" dirty="0" err="1">
                <a:latin typeface="Calibri" pitchFamily="34" charset="0"/>
                <a:cs typeface="Calibri" pitchFamily="34" charset="0"/>
              </a:rPr>
              <a:t>switchevi</a:t>
            </a:r>
            <a:r>
              <a:rPr lang="hr-HR" sz="2800" b="1" dirty="0">
                <a:latin typeface="Calibri" pitchFamily="34" charset="0"/>
                <a:cs typeface="Calibri" pitchFamily="34" charset="0"/>
              </a:rPr>
              <a:t>)</a:t>
            </a:r>
            <a:endParaRPr lang="vi-VN" sz="2800" b="1" dirty="0">
              <a:latin typeface="Calibri" pitchFamily="34" charset="0"/>
              <a:cs typeface="Calibri" pitchFamily="34" charset="0"/>
            </a:endParaRPr>
          </a:p>
          <a:p>
            <a:pPr marL="538162" lvl="3" indent="0">
              <a:buClrTx/>
              <a:buSzPct val="100000"/>
              <a:buNone/>
            </a:pPr>
            <a:endParaRPr lang="hr-HR" sz="2600" dirty="0"/>
          </a:p>
        </p:txBody>
      </p:sp>
    </p:spTree>
    <p:extLst>
      <p:ext uri="{BB962C8B-B14F-4D97-AF65-F5344CB8AC3E}">
        <p14:creationId xmlns:p14="http://schemas.microsoft.com/office/powerpoint/2010/main" val="262402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79296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2.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Sloj podatkovne veze (Data link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219200"/>
            <a:ext cx="8973993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a) Stvaranje Okvira (</a:t>
            </a:r>
            <a:r>
              <a:rPr lang="hr-HR" sz="3200" b="1" dirty="0" err="1">
                <a:latin typeface="Calibri" pitchFamily="34" charset="0"/>
                <a:cs typeface="Calibri" pitchFamily="34" charset="0"/>
              </a:rPr>
              <a:t>Frame</a:t>
            </a:r>
            <a:r>
              <a:rPr lang="hr-HR" sz="32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Na ovom sloju odvija se </a:t>
            </a:r>
            <a:r>
              <a:rPr lang="hr-HR" sz="2800" b="1" dirty="0"/>
              <a:t>fizičko adresiranje </a:t>
            </a:r>
            <a:r>
              <a:rPr lang="hr-HR" sz="2800" dirty="0"/>
              <a:t>gdje se MAC adrese pošiljatelja i primatelja dodaju svakom </a:t>
            </a:r>
            <a:r>
              <a:rPr lang="hr-HR" sz="2800" dirty="0">
                <a:solidFill>
                  <a:srgbClr val="00B0F0"/>
                </a:solidFill>
              </a:rPr>
              <a:t>Paketu</a:t>
            </a:r>
            <a:r>
              <a:rPr lang="hr-HR" sz="2800" dirty="0"/>
              <a:t>.</a:t>
            </a:r>
          </a:p>
          <a:p>
            <a:pPr marL="265113" lvl="2">
              <a:spcBef>
                <a:spcPts val="1200"/>
              </a:spcBef>
            </a:pPr>
            <a:r>
              <a:rPr lang="hr-HR" sz="2800" dirty="0"/>
              <a:t> MAC adresa (fizička adresa) je alfanumerički kod napisan u </a:t>
            </a:r>
            <a:r>
              <a:rPr lang="hr-HR" sz="2800" dirty="0" err="1"/>
              <a:t>heksadecimalnom</a:t>
            </a:r>
            <a:r>
              <a:rPr lang="hr-HR" sz="2800" dirty="0"/>
              <a:t> obliku (48 bita) koji je proizvođač dodijelio mrežnom uređaju i pohranjena u ROM čipu uređaja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32EB09-3B64-431F-B996-08867BEB4B8D}"/>
              </a:ext>
            </a:extLst>
          </p:cNvPr>
          <p:cNvGrpSpPr/>
          <p:nvPr/>
        </p:nvGrpSpPr>
        <p:grpSpPr>
          <a:xfrm>
            <a:off x="261026" y="4139415"/>
            <a:ext cx="8888995" cy="2339562"/>
            <a:chOff x="261026" y="4139415"/>
            <a:chExt cx="8888995" cy="2339562"/>
          </a:xfrm>
        </p:grpSpPr>
        <p:pic>
          <p:nvPicPr>
            <p:cNvPr id="5" name="Slika 192">
              <a:extLst>
                <a:ext uri="{FF2B5EF4-FFF2-40B4-BE49-F238E27FC236}">
                  <a16:creationId xmlns:a16="http://schemas.microsoft.com/office/drawing/2014/main" id="{0098D92F-02D5-4B5F-922D-21E14B1C5037}"/>
                </a:ext>
              </a:extLst>
            </p:cNvPr>
            <p:cNvPicPr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719" t="60567" r="65782" b="6780"/>
            <a:stretch/>
          </p:blipFill>
          <p:spPr>
            <a:xfrm>
              <a:off x="261026" y="5259883"/>
              <a:ext cx="1584176" cy="1058085"/>
            </a:xfrm>
            <a:prstGeom prst="rect">
              <a:avLst/>
            </a:prstGeom>
          </p:spPr>
        </p:pic>
        <p:pic>
          <p:nvPicPr>
            <p:cNvPr id="7" name="Slika 192">
              <a:extLst>
                <a:ext uri="{FF2B5EF4-FFF2-40B4-BE49-F238E27FC236}">
                  <a16:creationId xmlns:a16="http://schemas.microsoft.com/office/drawing/2014/main" id="{5D70FF40-CFFC-4A6F-B348-EC1D68F88472}"/>
                </a:ext>
              </a:extLst>
            </p:cNvPr>
            <p:cNvPicPr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719" t="60567" r="65782" b="6780"/>
            <a:stretch/>
          </p:blipFill>
          <p:spPr>
            <a:xfrm>
              <a:off x="7565845" y="5210934"/>
              <a:ext cx="1584176" cy="1058085"/>
            </a:xfrm>
            <a:prstGeom prst="rect">
              <a:avLst/>
            </a:prstGeom>
          </p:spPr>
        </p:pic>
        <p:pic>
          <p:nvPicPr>
            <p:cNvPr id="9" name="Slika 192">
              <a:extLst>
                <a:ext uri="{FF2B5EF4-FFF2-40B4-BE49-F238E27FC236}">
                  <a16:creationId xmlns:a16="http://schemas.microsoft.com/office/drawing/2014/main" id="{AC258AD5-69C9-4886-B8B2-53CFBC48E7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49460"/>
            <a:stretch/>
          </p:blipFill>
          <p:spPr>
            <a:xfrm>
              <a:off x="587713" y="4139415"/>
              <a:ext cx="8229600" cy="2339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378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79296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2.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Sloj podatkovne veze (Data link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24297" cy="493776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hr-HR" sz="3200" b="1" dirty="0">
                <a:latin typeface="Calibri" pitchFamily="34" charset="0"/>
                <a:cs typeface="Calibri" pitchFamily="34" charset="0"/>
              </a:rPr>
              <a:t>b) Kontrolira kako se podaci postavljaju na medij i primaju iz medija koristeći tehnike</a:t>
            </a:r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r>
              <a:rPr lang="hr-HR" sz="2600" dirty="0"/>
              <a:t>Otkriva pogreške u prijenosu preko 1. sloja</a:t>
            </a:r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endParaRPr lang="hr-HR" sz="2600" dirty="0"/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endParaRPr lang="hr-HR" sz="2600" dirty="0"/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endParaRPr lang="hr-HR" sz="2600" dirty="0"/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endParaRPr lang="hr-HR" sz="2600" dirty="0"/>
          </a:p>
          <a:p>
            <a:pPr marL="1076325" lvl="3" indent="-538163">
              <a:buClrTx/>
              <a:buSzPct val="100000"/>
              <a:buFont typeface="+mj-lt"/>
              <a:buAutoNum type="romanLcPeriod"/>
            </a:pPr>
            <a:r>
              <a:rPr lang="hr-HR" sz="2600" dirty="0"/>
              <a:t>Brine se o pristupu mediju za prijenos podataka</a:t>
            </a:r>
          </a:p>
        </p:txBody>
      </p:sp>
      <p:pic>
        <p:nvPicPr>
          <p:cNvPr id="8" name="Slika 196">
            <a:extLst>
              <a:ext uri="{FF2B5EF4-FFF2-40B4-BE49-F238E27FC236}">
                <a16:creationId xmlns:a16="http://schemas.microsoft.com/office/drawing/2014/main" id="{C574411F-76E5-4BF3-AC41-0FA1E6CA42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" t="24317" r="55625" b="49673"/>
          <a:stretch/>
        </p:blipFill>
        <p:spPr>
          <a:xfrm>
            <a:off x="1907704" y="2952276"/>
            <a:ext cx="3960495" cy="1471607"/>
          </a:xfrm>
          <a:prstGeom prst="rect">
            <a:avLst/>
          </a:prstGeom>
        </p:spPr>
      </p:pic>
      <p:pic>
        <p:nvPicPr>
          <p:cNvPr id="11" name="Slika 196">
            <a:extLst>
              <a:ext uri="{FF2B5EF4-FFF2-40B4-BE49-F238E27FC236}">
                <a16:creationId xmlns:a16="http://schemas.microsoft.com/office/drawing/2014/main" id="{D073EA64-2AB5-4962-9056-541724989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48" t="59546" r="55624" b="10019"/>
          <a:stretch/>
        </p:blipFill>
        <p:spPr>
          <a:xfrm>
            <a:off x="2958505" y="4948102"/>
            <a:ext cx="2909694" cy="17219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080FB-8919-4F95-A0AB-D489F87D8744}"/>
              </a:ext>
            </a:extLst>
          </p:cNvPr>
          <p:cNvSpPr txBox="1"/>
          <p:nvPr/>
        </p:nvSpPr>
        <p:spPr>
          <a:xfrm>
            <a:off x="6077160" y="6389102"/>
            <a:ext cx="29593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/>
              <a:t>Detaljnije u nastavku predmeta…</a:t>
            </a:r>
          </a:p>
        </p:txBody>
      </p:sp>
    </p:spTree>
    <p:extLst>
      <p:ext uri="{BB962C8B-B14F-4D97-AF65-F5344CB8AC3E}">
        <p14:creationId xmlns:p14="http://schemas.microsoft.com/office/powerpoint/2010/main" val="51162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79296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1.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Fizički sloj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(Physical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5638800"/>
          </a:xfrm>
        </p:spPr>
        <p:txBody>
          <a:bodyPr>
            <a:normAutofit/>
          </a:bodyPr>
          <a:lstStyle/>
          <a:p>
            <a:pPr marL="0" lvl="0" indent="0">
              <a:buClr>
                <a:srgbClr val="727CA3"/>
              </a:buClr>
              <a:buNone/>
            </a:pPr>
            <a:r>
              <a:rPr lang="hr-HR" sz="3200" dirty="0">
                <a:latin typeface="Calibri" pitchFamily="34" charset="0"/>
                <a:cs typeface="Calibri" pitchFamily="34" charset="0"/>
              </a:rPr>
              <a:t>Podaci s aplikacijskog sloja </a:t>
            </a:r>
            <a:r>
              <a:rPr lang="hr-HR" sz="3200" dirty="0" err="1">
                <a:latin typeface="Calibri" pitchFamily="34" charset="0"/>
                <a:cs typeface="Calibri" pitchFamily="34" charset="0"/>
              </a:rPr>
              <a:t>enkapsulirani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su u </a:t>
            </a:r>
            <a:r>
              <a:rPr lang="hr-HR" sz="320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segmente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na transportnom sloju, </a:t>
            </a:r>
            <a:r>
              <a:rPr lang="hr-HR" sz="3200" dirty="0" err="1">
                <a:latin typeface="Calibri" pitchFamily="34" charset="0"/>
                <a:cs typeface="Calibri" pitchFamily="34" charset="0"/>
              </a:rPr>
              <a:t>enkapsulirani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su u </a:t>
            </a:r>
            <a:r>
              <a:rPr lang="hr-HR" sz="320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pakete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u mrežnom sloju i </a:t>
            </a:r>
            <a:r>
              <a:rPr lang="hr-HR" sz="3200" dirty="0" err="1">
                <a:latin typeface="Calibri" pitchFamily="34" charset="0"/>
                <a:cs typeface="Calibri" pitchFamily="34" charset="0"/>
              </a:rPr>
              <a:t>enkapsulirani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u </a:t>
            </a:r>
            <a:r>
              <a:rPr lang="hr-HR" sz="320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okvire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u podatkovnom sloju. U fizičkom sloju </a:t>
            </a:r>
            <a:r>
              <a:rPr lang="hr-HR" sz="320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okvir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 (</a:t>
            </a:r>
            <a:r>
              <a:rPr lang="hr-HR" sz="3200" dirty="0" err="1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frame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) se tretira kao niz binarnih 0 i 1.</a:t>
            </a:r>
            <a:endParaRPr lang="hr-HR" sz="2800" dirty="0"/>
          </a:p>
        </p:txBody>
      </p:sp>
      <p:pic>
        <p:nvPicPr>
          <p:cNvPr id="6" name="Slika 197">
            <a:extLst>
              <a:ext uri="{FF2B5EF4-FFF2-40B4-BE49-F238E27FC236}">
                <a16:creationId xmlns:a16="http://schemas.microsoft.com/office/drawing/2014/main" id="{8C83AC10-5E02-4F47-972B-CF97B72CE3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80" b="35332"/>
          <a:stretch/>
        </p:blipFill>
        <p:spPr bwMode="auto">
          <a:xfrm>
            <a:off x="1043608" y="3864421"/>
            <a:ext cx="7454729" cy="29935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4483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79296" cy="990600"/>
          </a:xfrm>
        </p:spPr>
        <p:txBody>
          <a:bodyPr>
            <a:normAutofit/>
          </a:bodyPr>
          <a:lstStyle/>
          <a:p>
            <a:r>
              <a:rPr lang="hr-HR" sz="3600" dirty="0">
                <a:solidFill>
                  <a:schemeClr val="hlink"/>
                </a:solidFill>
                <a:latin typeface="Arial" charset="0"/>
              </a:rPr>
              <a:t>1.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Fizički sloj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(Physical</a:t>
            </a:r>
            <a:r>
              <a:rPr lang="hr-HR" sz="36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hr-HR" sz="3600" dirty="0" err="1">
                <a:solidFill>
                  <a:schemeClr val="hlink"/>
                </a:solidFill>
                <a:latin typeface="Arial" charset="0"/>
              </a:rPr>
              <a:t>layer</a:t>
            </a:r>
            <a:r>
              <a:rPr lang="pt-BR" sz="3600" dirty="0">
                <a:solidFill>
                  <a:schemeClr val="hlink"/>
                </a:solidFill>
                <a:latin typeface="Arial" charset="0"/>
              </a:rPr>
              <a:t>)</a:t>
            </a:r>
            <a:endParaRPr lang="hr-HR" sz="3600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219200"/>
            <a:ext cx="8856984" cy="5638800"/>
          </a:xfrm>
        </p:spPr>
        <p:txBody>
          <a:bodyPr>
            <a:normAutofit/>
          </a:bodyPr>
          <a:lstStyle/>
          <a:p>
            <a:pPr lvl="0">
              <a:buClr>
                <a:srgbClr val="727CA3"/>
              </a:buClr>
            </a:pPr>
            <a:r>
              <a:rPr lang="hr-HR" dirty="0">
                <a:latin typeface="Calibri" pitchFamily="34" charset="0"/>
                <a:cs typeface="Calibri" pitchFamily="34" charset="0"/>
              </a:rPr>
              <a:t>B</a:t>
            </a:r>
            <a:r>
              <a:rPr lang="vi-VN" dirty="0">
                <a:latin typeface="Calibri" pitchFamily="34" charset="0"/>
                <a:cs typeface="Calibri" pitchFamily="34" charset="0"/>
              </a:rPr>
              <a:t>rine o fizičkim komponentama mreže: medij</a:t>
            </a:r>
            <a:r>
              <a:rPr lang="hr-HR" dirty="0">
                <a:latin typeface="Calibri" pitchFamily="34" charset="0"/>
                <a:cs typeface="Calibri" pitchFamily="34" charset="0"/>
              </a:rPr>
              <a:t>u</a:t>
            </a:r>
            <a:r>
              <a:rPr lang="vi-VN" dirty="0">
                <a:latin typeface="Calibri" pitchFamily="34" charset="0"/>
                <a:cs typeface="Calibri" pitchFamily="34" charset="0"/>
              </a:rPr>
              <a:t> za prijenos (bakar, optika, radio valovi), konektorima, razinama napona i signala, brzinama prijenosa podataka, it</a:t>
            </a:r>
            <a:r>
              <a:rPr lang="hr-HR" dirty="0">
                <a:latin typeface="Calibri" pitchFamily="34" charset="0"/>
                <a:cs typeface="Calibri" pitchFamily="34" charset="0"/>
              </a:rPr>
              <a:t>d</a:t>
            </a:r>
          </a:p>
          <a:p>
            <a:pPr lvl="0">
              <a:buClr>
                <a:srgbClr val="727CA3"/>
              </a:buClr>
            </a:pPr>
            <a:r>
              <a:rPr lang="hr-HR" dirty="0">
                <a:latin typeface="Calibri" pitchFamily="34" charset="0"/>
                <a:cs typeface="Calibri" pitchFamily="34" charset="0"/>
              </a:rPr>
              <a:t>Pretvara binarni niz znakova u različite signale ovisno o prijenosnom mediju: električki (bakar – LAN kabel), svjetlosni (optičko vlakno) ili radio signalima (prostor).</a:t>
            </a:r>
          </a:p>
          <a:p>
            <a:pPr marL="274320" lvl="1" indent="0">
              <a:buNone/>
            </a:pPr>
            <a:r>
              <a:rPr lang="hr-HR" sz="2600" b="1" dirty="0">
                <a:latin typeface="Calibri" pitchFamily="34" charset="0"/>
                <a:cs typeface="Calibri" pitchFamily="34" charset="0"/>
              </a:rPr>
              <a:t>Uređaji koji rade na ovom sloju: </a:t>
            </a:r>
            <a:r>
              <a:rPr lang="hr-HR" sz="2600" b="1" dirty="0" err="1">
                <a:latin typeface="Calibri" pitchFamily="34" charset="0"/>
                <a:cs typeface="Calibri" pitchFamily="34" charset="0"/>
              </a:rPr>
              <a:t>repeateri</a:t>
            </a:r>
            <a:r>
              <a:rPr lang="hr-HR" sz="2600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hr-HR" sz="2600" b="1" dirty="0" err="1">
                <a:latin typeface="Calibri" pitchFamily="34" charset="0"/>
                <a:cs typeface="Calibri" pitchFamily="34" charset="0"/>
              </a:rPr>
              <a:t>hubovi</a:t>
            </a:r>
            <a:r>
              <a:rPr lang="hr-HR" sz="2600" b="1" dirty="0">
                <a:latin typeface="Calibri" pitchFamily="34" charset="0"/>
                <a:cs typeface="Calibri" pitchFamily="34" charset="0"/>
              </a:rPr>
              <a:t> (koncentratori), mrežne kartice...</a:t>
            </a:r>
            <a:endParaRPr lang="hr-HR" sz="2600" dirty="0"/>
          </a:p>
        </p:txBody>
      </p:sp>
      <p:pic>
        <p:nvPicPr>
          <p:cNvPr id="6" name="Slika 198">
            <a:extLst>
              <a:ext uri="{FF2B5EF4-FFF2-40B4-BE49-F238E27FC236}">
                <a16:creationId xmlns:a16="http://schemas.microsoft.com/office/drawing/2014/main" id="{5C43B445-98DD-49E0-BEF8-657EB03C07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0" t="47802" r="30214" b="33352"/>
          <a:stretch/>
        </p:blipFill>
        <p:spPr bwMode="auto">
          <a:xfrm>
            <a:off x="1475655" y="4728616"/>
            <a:ext cx="6192689" cy="20847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074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91264" cy="4937760"/>
          </a:xfrm>
        </p:spPr>
        <p:txBody>
          <a:bodyPr>
            <a:noAutofit/>
          </a:bodyPr>
          <a:lstStyle/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OSI </a:t>
            </a:r>
            <a:r>
              <a:rPr lang="hr-HR" sz="2800" u="sng" dirty="0">
                <a:latin typeface="Calibri" pitchFamily="34" charset="0"/>
                <a:cs typeface="Calibri" pitchFamily="34" charset="0"/>
              </a:rPr>
              <a:t>referentni model </a:t>
            </a:r>
            <a:r>
              <a:rPr lang="hr-HR" sz="2800" dirty="0">
                <a:latin typeface="Calibri" pitchFamily="34" charset="0"/>
                <a:cs typeface="Calibri" pitchFamily="34" charset="0"/>
              </a:rPr>
              <a:t>je općenit i odnosi se na sve uređaje i sustave koji služe za prijenos podataka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Prije njega (70.- ih godina) osmišljen je tzv. slojeviti model pod nazivom TCP/IP model, a poznat je kao Internet model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Pogodniji je za objašnjavanje procesa u Internetu, a koristi se danas u praksi ravnopravno sa OSI modelom</a:t>
            </a:r>
          </a:p>
          <a:p>
            <a:pPr lvl="1"/>
            <a:endParaRPr lang="hr-HR" sz="21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b="1" dirty="0">
                <a:solidFill>
                  <a:schemeClr val="hlink"/>
                </a:solidFill>
                <a:latin typeface="Arial" charset="0"/>
              </a:rPr>
              <a:t>TCP/IP model</a:t>
            </a:r>
          </a:p>
        </p:txBody>
      </p:sp>
    </p:spTree>
    <p:extLst>
      <p:ext uri="{BB962C8B-B14F-4D97-AF65-F5344CB8AC3E}">
        <p14:creationId xmlns:p14="http://schemas.microsoft.com/office/powerpoint/2010/main" val="335411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12148"/>
            <a:ext cx="5842992" cy="4937760"/>
          </a:xfrm>
        </p:spPr>
        <p:txBody>
          <a:bodyPr>
            <a:noAutofit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Sastoji se od 4 sloja:</a:t>
            </a:r>
          </a:p>
          <a:p>
            <a:endParaRPr lang="hr-HR" sz="2000" dirty="0">
              <a:latin typeface="Calibri" pitchFamily="34" charset="0"/>
              <a:cs typeface="Calibri" pitchFamily="34" charset="0"/>
            </a:endParaRPr>
          </a:p>
          <a:p>
            <a:endParaRPr lang="hr-HR" sz="2000" dirty="0">
              <a:latin typeface="Calibri" pitchFamily="34" charset="0"/>
              <a:cs typeface="Calibri" pitchFamily="34" charset="0"/>
            </a:endParaRPr>
          </a:p>
          <a:p>
            <a:pPr lvl="1"/>
            <a:endParaRPr lang="hr-HR" sz="21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TCP/IP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3888" y="1700808"/>
            <a:ext cx="2304256" cy="18002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Aplikacijski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3888" y="3645024"/>
            <a:ext cx="2304256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Transportni sloj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3888" y="4293096"/>
            <a:ext cx="2304256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Internet sloj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3888" y="4941168"/>
            <a:ext cx="2304256" cy="11521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mrežnog pristupa</a:t>
            </a:r>
          </a:p>
        </p:txBody>
      </p:sp>
    </p:spTree>
    <p:extLst>
      <p:ext uri="{BB962C8B-B14F-4D97-AF65-F5344CB8AC3E}">
        <p14:creationId xmlns:p14="http://schemas.microsoft.com/office/powerpoint/2010/main" val="239165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OSI</a:t>
            </a:r>
            <a:r>
              <a:rPr lang="hr-HR" dirty="0"/>
              <a:t> </a:t>
            </a:r>
            <a:r>
              <a:rPr lang="hr-HR" dirty="0">
                <a:solidFill>
                  <a:schemeClr val="hlink"/>
                </a:solidFill>
                <a:latin typeface="Arial" charset="0"/>
              </a:rPr>
              <a:t>i TCP/IP model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dirty="0"/>
          </a:p>
          <a:p>
            <a:endParaRPr lang="hr-HR" sz="1900" dirty="0">
              <a:latin typeface="Calibri" pitchFamily="34" charset="0"/>
              <a:cs typeface="Calibri" pitchFamily="34" charset="0"/>
            </a:endParaRPr>
          </a:p>
          <a:p>
            <a:r>
              <a:rPr lang="hr-HR" sz="1900" dirty="0">
                <a:latin typeface="Calibri" pitchFamily="34" charset="0"/>
                <a:cs typeface="Calibri" pitchFamily="34" charset="0"/>
              </a:rPr>
              <a:t>Oba modela koriste slojeve za prikaz komunikacije i ti slojevi imaju slične uloge. </a:t>
            </a:r>
          </a:p>
          <a:p>
            <a:r>
              <a:rPr lang="hr-HR" sz="1900">
                <a:latin typeface="Calibri" pitchFamily="34" charset="0"/>
                <a:cs typeface="Calibri" pitchFamily="34" charset="0"/>
              </a:rPr>
              <a:t>Oba modela </a:t>
            </a:r>
            <a:r>
              <a:rPr lang="hr-HR" sz="1900" dirty="0">
                <a:latin typeface="Calibri" pitchFamily="34" charset="0"/>
                <a:cs typeface="Calibri" pitchFamily="34" charset="0"/>
              </a:rPr>
              <a:t>koriste packet-switched tehnologiju.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9672" y="1276145"/>
            <a:ext cx="2232248" cy="5040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Aplikacijski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9672" y="1924217"/>
            <a:ext cx="2232248" cy="50405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Prezentacijski sloj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9672" y="2572289"/>
            <a:ext cx="2232248" cy="50405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Sloj sesije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9672" y="3220361"/>
            <a:ext cx="2232248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Transportni sloj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9672" y="3868433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Mrežni sloj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9672" y="4516505"/>
            <a:ext cx="2232248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podatkovne veze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9672" y="5164577"/>
            <a:ext cx="2232248" cy="50405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Fizički sloj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139952" y="1340768"/>
            <a:ext cx="369332" cy="4392488"/>
            <a:chOff x="2690500" y="1772816"/>
            <a:chExt cx="369332" cy="4392488"/>
          </a:xfrm>
        </p:grpSpPr>
        <p:sp>
          <p:nvSpPr>
            <p:cNvPr id="15" name="Down Arrow 14"/>
            <p:cNvSpPr/>
            <p:nvPr/>
          </p:nvSpPr>
          <p:spPr>
            <a:xfrm>
              <a:off x="2699792" y="1772816"/>
              <a:ext cx="360040" cy="4392488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90500" y="2204864"/>
              <a:ext cx="369332" cy="396044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hr-HR" sz="1200" dirty="0"/>
                <a:t>Smjer kretanja paketa koji odlaze s računala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60032" y="1276145"/>
            <a:ext cx="369332" cy="4428492"/>
            <a:chOff x="5796136" y="1772816"/>
            <a:chExt cx="369332" cy="4428492"/>
          </a:xfrm>
        </p:grpSpPr>
        <p:sp>
          <p:nvSpPr>
            <p:cNvPr id="17" name="Up Arrow 16"/>
            <p:cNvSpPr/>
            <p:nvPr/>
          </p:nvSpPr>
          <p:spPr>
            <a:xfrm>
              <a:off x="5796136" y="1772816"/>
              <a:ext cx="360040" cy="4392488"/>
            </a:xfrm>
            <a:prstGeom prst="up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6136" y="2240868"/>
              <a:ext cx="369332" cy="3960440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ctr"/>
              <a:r>
                <a:rPr lang="hr-HR" sz="1200" dirty="0"/>
                <a:t>Smjer kretanja paketa koji dolaze na računalo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364088" y="1276145"/>
            <a:ext cx="2304256" cy="18002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Aplikacijski sloj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4088" y="3220361"/>
            <a:ext cx="2304256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Transportni sloj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64088" y="3868433"/>
            <a:ext cx="2304256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Internet sloj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64088" y="4516505"/>
            <a:ext cx="2304256" cy="11521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mrežnog pristupa</a:t>
            </a:r>
          </a:p>
        </p:txBody>
      </p:sp>
    </p:spTree>
    <p:extLst>
      <p:ext uri="{BB962C8B-B14F-4D97-AF65-F5344CB8AC3E}">
        <p14:creationId xmlns:p14="http://schemas.microsoft.com/office/powerpoint/2010/main" val="319418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91264" cy="841648"/>
          </a:xfrm>
        </p:spPr>
        <p:txBody>
          <a:bodyPr>
            <a:noAutofit/>
          </a:bodyPr>
          <a:lstStyle/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Opisati karakterističan protokol za svaki od slojeva OSI modela </a:t>
            </a:r>
          </a:p>
          <a:p>
            <a:pPr lvl="1"/>
            <a:endParaRPr lang="hr-HR" sz="21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Domaća zadaća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47664" y="2132856"/>
            <a:ext cx="2232248" cy="5040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Aplikacijski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47664" y="2780928"/>
            <a:ext cx="2232248" cy="50405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Prezentacijski sloj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7664" y="3429000"/>
            <a:ext cx="2232248" cy="50405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Sloj sesije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7664" y="4077072"/>
            <a:ext cx="2232248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Transportni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7664" y="4725144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Mrežni sloj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47664" y="5373216"/>
            <a:ext cx="2232248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podatkovne veze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47664" y="6021288"/>
            <a:ext cx="2232248" cy="50405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Fizički sloj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64685" y="2175247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sr-Latn-RS"/>
            </a:defPPr>
            <a:lvl1pPr>
              <a:defRPr sz="24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hr-HR" dirty="0"/>
              <a:t>HTTP, FTP, DNS, SNMP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912" y="2823319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sr-Latn-RS"/>
            </a:defPPr>
            <a:lvl1pPr>
              <a:defRPr sz="24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hr-HR" dirty="0"/>
              <a:t>SSL,TLS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912" y="3439678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sr-Latn-RS"/>
            </a:defPPr>
            <a:lvl1pPr>
              <a:defRPr sz="24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hr-HR" dirty="0"/>
              <a:t>NetBIOS, PPTP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973" y="4098267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sr-Latn-RS"/>
            </a:defPPr>
            <a:lvl1pPr>
              <a:defRPr sz="24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hr-HR" dirty="0"/>
              <a:t>TCP, UDP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4725144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IP, ARP, ICMP, IPSec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5332856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>
                <a:latin typeface="Calibri" pitchFamily="34" charset="0"/>
                <a:cs typeface="Calibri" pitchFamily="34" charset="0"/>
              </a:rPr>
              <a:t>Ethernet, WLAN, PPP</a:t>
            </a:r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79912" y="5905199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Ethernet, USB, Bluetooth, IEEE802.11</a:t>
            </a:r>
          </a:p>
        </p:txBody>
      </p:sp>
    </p:spTree>
    <p:extLst>
      <p:ext uri="{BB962C8B-B14F-4D97-AF65-F5344CB8AC3E}">
        <p14:creationId xmlns:p14="http://schemas.microsoft.com/office/powerpoint/2010/main" val="78991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YouTube video materijali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l" rtl="0" fontAlgn="base">
              <a:buNone/>
            </a:pPr>
            <a:r>
              <a:rPr lang="hr-HR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LITERATURA i PREDAVANJE 1: </a:t>
            </a:r>
          </a:p>
          <a:p>
            <a:pPr algn="l" rtl="0" fontAlgn="base"/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OSI Model </a:t>
            </a:r>
            <a:r>
              <a:rPr lang="hr-H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Explained</a:t>
            </a:r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| OSI </a:t>
            </a:r>
            <a:r>
              <a:rPr lang="hr-H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Animation</a:t>
            </a:r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| Open System </a:t>
            </a:r>
            <a:r>
              <a:rPr lang="hr-H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Interconnection</a:t>
            </a:r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Model | OSI 7 </a:t>
            </a:r>
            <a:r>
              <a:rPr lang="hr-H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layers</a:t>
            </a:r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| </a:t>
            </a:r>
            <a:r>
              <a:rPr lang="hr-H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TechTerms</a:t>
            </a:r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: </a:t>
            </a:r>
            <a:r>
              <a:rPr lang="hr-HR" sz="18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2"/>
              </a:rPr>
              <a:t>https://www.youtube.com/watch?v=vv4y_uOneC0</a:t>
            </a:r>
            <a:r>
              <a:rPr lang="hr-H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  </a:t>
            </a:r>
            <a:endParaRPr lang="hr-HR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hr-HR" dirty="0">
              <a:latin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ct val="76000"/>
              <a:buFont typeface="Wingdings 3"/>
              <a:buNone/>
              <a:tabLst/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PREDAVANJE </a:t>
            </a:r>
            <a:r>
              <a:rPr lang="hr-HR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48 OSI Model Overview: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3"/>
              </a:rPr>
              <a:t>https://www.youtube.com/watch?v=_dxuTm495h4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49 OSI Layer 7 The Application Layer: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4"/>
              </a:rPr>
              <a:t>https://www.youtube.com/watch?v=-wzL3jcky-g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50 OSI Layer 6 The Presentation Layer: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5"/>
              </a:rPr>
              <a:t>https://www.youtube.com/watch?v=RGVrn4Z02qY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51 OSI Layer 5 The Session Layer: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6"/>
              </a:rPr>
              <a:t>https://www.youtube.com/watch?v=fWM-a3onIOk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52 OSI Layer 4 The Transport Layer: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7"/>
              </a:rPr>
              <a:t>https://www.youtube.com/watch?v=AmHOxWBYGaA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53 OSI Layer 3 The Network Layer: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8"/>
              </a:rPr>
              <a:t>https://www.youtube.com/watch?v=dNInnvmRivI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54 OSI Layer 2 The Data Link Layer: 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9"/>
              </a:rPr>
              <a:t>https://www.youtube.com/watch?v=0b3h7CdJRpQ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 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55 OSI Layer 1 The Physical Layer:  </a:t>
            </a:r>
            <a:r>
              <a:rPr lang="en-US" sz="1600" b="0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10"/>
              </a:rPr>
              <a:t>https://www.youtube.com/watch?v=hRr20m10NLw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hr-H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93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362F-BBB5-1BC7-852F-8F76D8FD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9419-2D5D-3BB9-B809-615C25DA19A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r-HR" dirty="0"/>
              <a:t>7. Opiši mrežni sloj te opiši funkcije koje on ima ?</a:t>
            </a:r>
          </a:p>
          <a:p>
            <a:r>
              <a:rPr lang="hr-HR" dirty="0"/>
              <a:t>8. Koja je uloga sloja podatkovne veze te opiši njegove funkcije ?</a:t>
            </a:r>
          </a:p>
          <a:p>
            <a:r>
              <a:rPr lang="hr-HR" dirty="0"/>
              <a:t>9. Navedi nazive podataka </a:t>
            </a:r>
            <a:r>
              <a:rPr lang="hr-HR"/>
              <a:t>kako se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  enkapsuliraju po slojevima ?</a:t>
            </a:r>
          </a:p>
          <a:p>
            <a:r>
              <a:rPr lang="hr-HR" dirty="0"/>
              <a:t>10. Opiši ulogu i rad fizičkog sloja ?</a:t>
            </a:r>
          </a:p>
          <a:p>
            <a:r>
              <a:rPr lang="hr-HR" dirty="0"/>
              <a:t>11. Opiši i nacrtaj TCP/IP model ?</a:t>
            </a:r>
          </a:p>
        </p:txBody>
      </p:sp>
    </p:spTree>
    <p:extLst>
      <p:ext uri="{BB962C8B-B14F-4D97-AF65-F5344CB8AC3E}">
        <p14:creationId xmlns:p14="http://schemas.microsoft.com/office/powerpoint/2010/main" val="3213330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0" ma:contentTypeDescription="Stvaranje novog dokumenta." ma:contentTypeScope="" ma:versionID="d4c7919bccbb3f74c4c8435d775a751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baad6542a4068ac8f34e0ef4cf078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E6952F-021B-47DF-9A50-35B904E595FE}"/>
</file>

<file path=customXml/itemProps2.xml><?xml version="1.0" encoding="utf-8"?>
<ds:datastoreItem xmlns:ds="http://schemas.openxmlformats.org/officeDocument/2006/customXml" ds:itemID="{B838C567-76F9-463A-92E3-8D95CAA40BE9}"/>
</file>

<file path=customXml/itemProps3.xml><?xml version="1.0" encoding="utf-8"?>
<ds:datastoreItem xmlns:ds="http://schemas.openxmlformats.org/officeDocument/2006/customXml" ds:itemID="{F921DB10-976F-46B1-9763-568DB124F064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2818</TotalTime>
  <Words>2160</Words>
  <Application>Microsoft Office PowerPoint</Application>
  <PresentationFormat>On-screen Show (4:3)</PresentationFormat>
  <Paragraphs>251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Bookman Old Style</vt:lpstr>
      <vt:lpstr>Calibri</vt:lpstr>
      <vt:lpstr>Gill Sans MT</vt:lpstr>
      <vt:lpstr>Segoe UI</vt:lpstr>
      <vt:lpstr>Wingdings</vt:lpstr>
      <vt:lpstr>Wingdings 3</vt:lpstr>
      <vt:lpstr>Origin</vt:lpstr>
      <vt:lpstr>OSI model podatkovne komunikacije</vt:lpstr>
      <vt:lpstr>OSI model</vt:lpstr>
      <vt:lpstr>OSI model</vt:lpstr>
      <vt:lpstr>7. Aplikacijski sloj (Application Layer)</vt:lpstr>
      <vt:lpstr>7. Aplikacijski sloj (Application Layer)</vt:lpstr>
      <vt:lpstr>6. Prezentacijski sloj (Presentation Layer)</vt:lpstr>
      <vt:lpstr>6. Prezentacijski sloj (Presentation Layer)</vt:lpstr>
      <vt:lpstr>5. Sesijski sloj (Session Layer)</vt:lpstr>
      <vt:lpstr>5. Sesijski sloj (Session Layer)</vt:lpstr>
      <vt:lpstr>4. Transportni sloj (Transport Layer)</vt:lpstr>
      <vt:lpstr>4. Transportni sloj (Transport Layer)</vt:lpstr>
      <vt:lpstr>4. Transportni sloj (Transport Layer)</vt:lpstr>
      <vt:lpstr>4. Transportni sloj (Transport Layer)</vt:lpstr>
      <vt:lpstr>4. Transportni sloj (Transport Layer)</vt:lpstr>
      <vt:lpstr>4. Transportni sloj (Transport Layer)</vt:lpstr>
      <vt:lpstr>4. Transportni sloj (Transport Layer)</vt:lpstr>
      <vt:lpstr>Pitanja </vt:lpstr>
      <vt:lpstr>3. Mrežni sloj (Network Layer)</vt:lpstr>
      <vt:lpstr>3. Mrežni sloj (Network Layer)</vt:lpstr>
      <vt:lpstr>3. Mrežni sloj (Network Layer)</vt:lpstr>
      <vt:lpstr>3. Mrežni sloj (Network Layer)</vt:lpstr>
      <vt:lpstr>3. Mrežni sloj (Network Layer)</vt:lpstr>
      <vt:lpstr>3. Mrežni sloj (Network Layer)</vt:lpstr>
      <vt:lpstr>3. Mrežni sloj (Network Layer)</vt:lpstr>
      <vt:lpstr>2. Sloj podatkovne veze (Data link layer)</vt:lpstr>
      <vt:lpstr>2. Sloj podatkovne veze (Data link layer)</vt:lpstr>
      <vt:lpstr>2. Sloj podatkovne veze (Data link layer)</vt:lpstr>
      <vt:lpstr>1. Fizički sloj (Physical layer)</vt:lpstr>
      <vt:lpstr>1. Fizički sloj (Physical layer)</vt:lpstr>
      <vt:lpstr>TCP/IP model</vt:lpstr>
      <vt:lpstr>TCP/IP model</vt:lpstr>
      <vt:lpstr>OSI i TCP/IP model</vt:lpstr>
      <vt:lpstr>Domaća zadaća</vt:lpstr>
      <vt:lpstr>YouTube video materijali</vt:lpstr>
      <vt:lpstr>Pitanja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Opći model komunikacijskog sustava</dc:title>
  <dc:creator>p</dc:creator>
  <cp:lastModifiedBy>Luka Huzjak</cp:lastModifiedBy>
  <cp:revision>62</cp:revision>
  <cp:lastPrinted>2021-11-03T15:54:58Z</cp:lastPrinted>
  <dcterms:created xsi:type="dcterms:W3CDTF">2015-09-07T20:59:37Z</dcterms:created>
  <dcterms:modified xsi:type="dcterms:W3CDTF">2025-10-05T20:02:15Z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